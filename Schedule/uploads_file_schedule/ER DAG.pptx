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96" d="100"/>
          <a:sy n="96" d="100"/>
        </p:scale>
        <p:origin x="115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1646-4712-2986-9C48-580066A5A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7BC2B-2CB0-467A-B384-042C6DAF4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50ED7-ECD2-398F-A6DB-870FFFC4C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8B949-ADE3-21BC-543D-A4CA8646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3845A-9622-B66C-C5E5-1D5D85E4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6F3C-9160-4148-47F9-925B18BB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918F-44DF-A63E-6B4F-B0286B77E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1FFB8-4977-D71B-16D0-88B9A13D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3B71B-8131-C8E3-CA71-8CBF85F14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C4B84-0FC7-A61F-8EF4-05476A63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1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007B-F91C-66C6-9788-56C25466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49D98-E2F6-65A6-DB62-2E03A9D6A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2CBAB-4C87-E11E-507E-3EC3B09E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E1117-E799-B330-BA72-7B0A56AA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C9321-EA5C-15BF-4ACD-6AF18174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0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CE46-032D-42EE-CB7F-C3635594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11B51-A482-694E-2F25-852BE1CF8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1B614-7E69-0C44-2671-0CEAAC7AA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E48E0-CCD5-B6B9-1E94-31F724907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202DC-4D3C-DFFE-3548-7A85471A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0B0B-B1F7-B79B-B7D3-39A4129F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50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0B0B-162D-AE26-EC1B-1D865B0C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2BA0A-DDDF-9907-5FB4-D03410009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F961B-EF20-264B-1AFC-30DAEB01E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85426-9072-C81E-3C1F-481A25BBD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2146A-216D-1D1F-71A4-1BBBB8A70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4050BA-4F97-5EE4-B52B-13A3033B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71C48-CF2E-6884-3DA6-7D8A6B03D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562403-5AE3-DAEF-1180-EACFB07C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AAC5-7B0B-A976-5D58-38BB98FE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7055C-173D-4096-6F2B-A03E652E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602F0-B24E-3FED-2602-4D90D35C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B4203-3790-958F-B935-67085B56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3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403C56-9E76-8D04-EC15-BCB7D7CC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F7339E-892D-119C-658B-F0C5EE82D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CFC42-1E93-EF9C-7C62-3FC3568F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0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4A8C-73EB-D439-5BCE-39A669B0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04BEF-7C5F-B58A-0F13-D12FE577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5BD57-9789-6880-0E17-591F53AB5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121AC-1C9B-5F2E-8772-23E7AC27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E7EFA-3D7A-B02A-BF22-D408DED6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7B128-136A-7CCD-3B4E-A0F61673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8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C512-E156-DCB4-8AC7-96CBDA7F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B69BE-B3E2-20FE-175F-320BE577B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4A45C-987A-010F-5A90-09EBCB4FF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F6863-F04B-A4CB-40C2-42E26E53F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1D36E-9E56-C759-69FF-332A4BEDE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61DDC-D57E-9CD1-5F56-41C8C29A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2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ED300-C78C-5922-5D1F-79589454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22BF8-22A8-33CB-708D-3D24DF38D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96413-9041-ABC3-6257-BA80C66C1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82DD8-B5B9-9EF5-6AD3-BECC7786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8898A-407A-1605-5938-733FE6A4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5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5E49CB-6AD6-2435-B245-2832D1BB5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4048A-7998-D966-BF23-8D0545C26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A8491-7014-6A28-3047-911CFE17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0B8D9-B196-467E-6C4D-9FD7E8B6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BF894-5F15-5CC6-180C-51D2CBF2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9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F2A7A-E0F3-F0D9-5117-00E71F96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51218-65FC-EDF7-6EC7-21C891BB3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BF849-8704-9EC9-B517-ADAF1FB40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96152-DAAF-4218-921D-CB6BD00D0DE8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3EB6A-D10E-C5FC-FD22-809B8772E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19327-5802-7DD4-5EDA-FD2DEE760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1C872-C07A-43EA-A818-14992EE58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5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98E41ADF-091D-53AA-C0B4-BB27661AAF1D}"/>
              </a:ext>
            </a:extLst>
          </p:cNvPr>
          <p:cNvSpPr/>
          <p:nvPr/>
        </p:nvSpPr>
        <p:spPr>
          <a:xfrm>
            <a:off x="8308853" y="2802739"/>
            <a:ext cx="1015068" cy="2600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/>
              <a:t>ผู้ใช้</a:t>
            </a:r>
            <a:endParaRPr lang="en-US" sz="1200" dirty="0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D7B00D2-6E57-4515-419B-C32D25F4D01B}"/>
              </a:ext>
            </a:extLst>
          </p:cNvPr>
          <p:cNvCxnSpPr>
            <a:cxnSpLocks/>
          </p:cNvCxnSpPr>
          <p:nvPr/>
        </p:nvCxnSpPr>
        <p:spPr>
          <a:xfrm flipH="1" flipV="1">
            <a:off x="8082350" y="2249066"/>
            <a:ext cx="310393" cy="5536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EC57A923-5002-17DE-280F-5B13FE31BDEF}"/>
              </a:ext>
            </a:extLst>
          </p:cNvPr>
          <p:cNvSpPr/>
          <p:nvPr/>
        </p:nvSpPr>
        <p:spPr>
          <a:xfrm>
            <a:off x="7436398" y="1913506"/>
            <a:ext cx="872455" cy="335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UserID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1CEF048-5141-6308-38BF-7C28DFC2BE46}"/>
              </a:ext>
            </a:extLst>
          </p:cNvPr>
          <p:cNvCxnSpPr>
            <a:cxnSpLocks/>
          </p:cNvCxnSpPr>
          <p:nvPr/>
        </p:nvCxnSpPr>
        <p:spPr>
          <a:xfrm>
            <a:off x="8858210" y="3053847"/>
            <a:ext cx="4647" cy="5334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F6776651-1094-2C9F-A240-3AB1C0194AF6}"/>
              </a:ext>
            </a:extLst>
          </p:cNvPr>
          <p:cNvSpPr/>
          <p:nvPr/>
        </p:nvSpPr>
        <p:spPr>
          <a:xfrm>
            <a:off x="8490846" y="3585191"/>
            <a:ext cx="960542" cy="3355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UserName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905F8BC-5890-C5DB-2699-C3B5D05E34C5}"/>
              </a:ext>
            </a:extLst>
          </p:cNvPr>
          <p:cNvCxnSpPr>
            <a:cxnSpLocks/>
          </p:cNvCxnSpPr>
          <p:nvPr/>
        </p:nvCxnSpPr>
        <p:spPr>
          <a:xfrm flipV="1">
            <a:off x="9309939" y="2194538"/>
            <a:ext cx="383097" cy="5830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91629F10-FF39-0A98-CECE-AE476E32330A}"/>
              </a:ext>
            </a:extLst>
          </p:cNvPr>
          <p:cNvSpPr/>
          <p:nvPr/>
        </p:nvSpPr>
        <p:spPr>
          <a:xfrm>
            <a:off x="9417598" y="1909312"/>
            <a:ext cx="1122726" cy="390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Password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F650E8F-55BA-CA68-08B9-4D58D8648C3A}"/>
              </a:ext>
            </a:extLst>
          </p:cNvPr>
          <p:cNvCxnSpPr>
            <a:cxnSpLocks/>
          </p:cNvCxnSpPr>
          <p:nvPr/>
        </p:nvCxnSpPr>
        <p:spPr>
          <a:xfrm flipH="1" flipV="1">
            <a:off x="9335507" y="3035712"/>
            <a:ext cx="513282" cy="5284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C5C7C5F5-86CE-6F08-5124-B346E1FC33B1}"/>
              </a:ext>
            </a:extLst>
          </p:cNvPr>
          <p:cNvSpPr/>
          <p:nvPr/>
        </p:nvSpPr>
        <p:spPr>
          <a:xfrm>
            <a:off x="9518738" y="3585191"/>
            <a:ext cx="872455" cy="335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รูป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2073EDF8-C0A3-3E80-161D-0094FB0073B9}"/>
              </a:ext>
            </a:extLst>
          </p:cNvPr>
          <p:cNvSpPr/>
          <p:nvPr/>
        </p:nvSpPr>
        <p:spPr>
          <a:xfrm>
            <a:off x="7540851" y="3590065"/>
            <a:ext cx="872455" cy="335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ขื่อผู้ใช้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D6EBBE4-D674-5E47-27E3-553C8195DDB0}"/>
              </a:ext>
            </a:extLst>
          </p:cNvPr>
          <p:cNvCxnSpPr>
            <a:cxnSpLocks/>
          </p:cNvCxnSpPr>
          <p:nvPr/>
        </p:nvCxnSpPr>
        <p:spPr>
          <a:xfrm flipV="1">
            <a:off x="8167293" y="3067171"/>
            <a:ext cx="338157" cy="5431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294B6E-1480-9DE4-073D-8747B53373F0}"/>
              </a:ext>
            </a:extLst>
          </p:cNvPr>
          <p:cNvCxnSpPr>
            <a:stCxn id="113" idx="1"/>
          </p:cNvCxnSpPr>
          <p:nvPr/>
        </p:nvCxnSpPr>
        <p:spPr>
          <a:xfrm flipH="1">
            <a:off x="6470267" y="2932769"/>
            <a:ext cx="1838586" cy="2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Diamond 126">
            <a:extLst>
              <a:ext uri="{FF2B5EF4-FFF2-40B4-BE49-F238E27FC236}">
                <a16:creationId xmlns:a16="http://schemas.microsoft.com/office/drawing/2014/main" id="{F0C1C54B-BB96-9B7E-7777-0F79E8F94A80}"/>
              </a:ext>
            </a:extLst>
          </p:cNvPr>
          <p:cNvSpPr/>
          <p:nvPr/>
        </p:nvSpPr>
        <p:spPr>
          <a:xfrm>
            <a:off x="5644650" y="2662222"/>
            <a:ext cx="864066" cy="55367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/>
              <a:t>มี</a:t>
            </a:r>
            <a:endParaRPr lang="en-US" sz="1200" dirty="0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461B53C-CAA8-E0A0-A797-096BC23367BC}"/>
              </a:ext>
            </a:extLst>
          </p:cNvPr>
          <p:cNvCxnSpPr>
            <a:cxnSpLocks/>
          </p:cNvCxnSpPr>
          <p:nvPr/>
        </p:nvCxnSpPr>
        <p:spPr>
          <a:xfrm flipH="1">
            <a:off x="3784393" y="2936962"/>
            <a:ext cx="1838586" cy="2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F4E17CA-4930-326F-23FB-07DAA3815269}"/>
              </a:ext>
            </a:extLst>
          </p:cNvPr>
          <p:cNvSpPr/>
          <p:nvPr/>
        </p:nvSpPr>
        <p:spPr>
          <a:xfrm>
            <a:off x="2757995" y="2734433"/>
            <a:ext cx="1015068" cy="2600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/>
              <a:t>กำหนดการ</a:t>
            </a:r>
            <a:endParaRPr lang="en-US" sz="1200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869D9E2-3348-297B-B24E-E5C0CFDC9802}"/>
              </a:ext>
            </a:extLst>
          </p:cNvPr>
          <p:cNvCxnSpPr>
            <a:cxnSpLocks/>
          </p:cNvCxnSpPr>
          <p:nvPr/>
        </p:nvCxnSpPr>
        <p:spPr>
          <a:xfrm flipH="1" flipV="1">
            <a:off x="2021506" y="2468404"/>
            <a:ext cx="727701" cy="2792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2518206C-4FD9-6049-1B63-2D77D48566A6}"/>
              </a:ext>
            </a:extLst>
          </p:cNvPr>
          <p:cNvSpPr/>
          <p:nvPr/>
        </p:nvSpPr>
        <p:spPr>
          <a:xfrm>
            <a:off x="1588304" y="3402264"/>
            <a:ext cx="986421" cy="3680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B9F3D21B-BA46-E8FB-E450-D18B10D9EFEB}"/>
              </a:ext>
            </a:extLst>
          </p:cNvPr>
          <p:cNvSpPr/>
          <p:nvPr/>
        </p:nvSpPr>
        <p:spPr>
          <a:xfrm>
            <a:off x="1831568" y="1910159"/>
            <a:ext cx="934241" cy="38032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รหัสกำหนดการ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711B64C-C4EA-2E0E-1451-064AF483AF49}"/>
              </a:ext>
            </a:extLst>
          </p:cNvPr>
          <p:cNvCxnSpPr>
            <a:cxnSpLocks/>
          </p:cNvCxnSpPr>
          <p:nvPr/>
        </p:nvCxnSpPr>
        <p:spPr>
          <a:xfrm flipH="1">
            <a:off x="2325369" y="3008625"/>
            <a:ext cx="498676" cy="3936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80432A4-AFB5-EA3C-7F3F-BED7874AD790}"/>
              </a:ext>
            </a:extLst>
          </p:cNvPr>
          <p:cNvCxnSpPr>
            <a:cxnSpLocks/>
          </p:cNvCxnSpPr>
          <p:nvPr/>
        </p:nvCxnSpPr>
        <p:spPr>
          <a:xfrm flipH="1" flipV="1">
            <a:off x="2482847" y="2290244"/>
            <a:ext cx="368479" cy="429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B13DFD46-2687-45D1-0C47-016D591770FE}"/>
              </a:ext>
            </a:extLst>
          </p:cNvPr>
          <p:cNvSpPr/>
          <p:nvPr/>
        </p:nvSpPr>
        <p:spPr>
          <a:xfrm>
            <a:off x="1086063" y="2169099"/>
            <a:ext cx="978664" cy="4388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รายละเอียดกำหนดการ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654D6F1-113F-06B8-E4E2-E20DB939A1B8}"/>
              </a:ext>
            </a:extLst>
          </p:cNvPr>
          <p:cNvCxnSpPr>
            <a:cxnSpLocks/>
          </p:cNvCxnSpPr>
          <p:nvPr/>
        </p:nvCxnSpPr>
        <p:spPr>
          <a:xfrm flipH="1" flipV="1">
            <a:off x="2012883" y="2833317"/>
            <a:ext cx="740870" cy="311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36B95003-F72B-5009-3BCE-57BCF2D6D68C}"/>
              </a:ext>
            </a:extLst>
          </p:cNvPr>
          <p:cNvSpPr/>
          <p:nvPr/>
        </p:nvSpPr>
        <p:spPr>
          <a:xfrm>
            <a:off x="858303" y="2605754"/>
            <a:ext cx="1163204" cy="40207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วันเวลาที่สร้างกำหนดการ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086028A-6EFF-804A-2EE4-C939DBBE8D96}"/>
              </a:ext>
            </a:extLst>
          </p:cNvPr>
          <p:cNvCxnSpPr>
            <a:cxnSpLocks/>
          </p:cNvCxnSpPr>
          <p:nvPr/>
        </p:nvCxnSpPr>
        <p:spPr>
          <a:xfrm flipH="1">
            <a:off x="1586003" y="2973061"/>
            <a:ext cx="1163204" cy="1909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6C502939-CD02-CE93-B3A9-64E7FD84F731}"/>
              </a:ext>
            </a:extLst>
          </p:cNvPr>
          <p:cNvSpPr/>
          <p:nvPr/>
        </p:nvSpPr>
        <p:spPr>
          <a:xfrm>
            <a:off x="1076520" y="3016031"/>
            <a:ext cx="1080850" cy="40207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ประเภทการแจ้งเตือน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B827EA3-44FC-FFA0-43D7-3821EB7FD370}"/>
              </a:ext>
            </a:extLst>
          </p:cNvPr>
          <p:cNvSpPr txBox="1"/>
          <p:nvPr/>
        </p:nvSpPr>
        <p:spPr>
          <a:xfrm>
            <a:off x="5224864" y="2622808"/>
            <a:ext cx="274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753B1A9-387A-4DDC-9F90-7974E96A89AB}"/>
              </a:ext>
            </a:extLst>
          </p:cNvPr>
          <p:cNvSpPr txBox="1"/>
          <p:nvPr/>
        </p:nvSpPr>
        <p:spPr>
          <a:xfrm>
            <a:off x="6676766" y="2614756"/>
            <a:ext cx="296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00B273-8FBA-5F03-64B8-BCA028E3E053}"/>
              </a:ext>
            </a:extLst>
          </p:cNvPr>
          <p:cNvCxnSpPr>
            <a:cxnSpLocks/>
          </p:cNvCxnSpPr>
          <p:nvPr/>
        </p:nvCxnSpPr>
        <p:spPr>
          <a:xfrm flipV="1">
            <a:off x="3778578" y="2496826"/>
            <a:ext cx="515108" cy="277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5FCED26-8EAE-C634-9F06-8CA92BAF0F38}"/>
              </a:ext>
            </a:extLst>
          </p:cNvPr>
          <p:cNvSpPr/>
          <p:nvPr/>
        </p:nvSpPr>
        <p:spPr>
          <a:xfrm>
            <a:off x="4240141" y="2184405"/>
            <a:ext cx="941636" cy="4169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ประเภทกำหนดการ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C44A75-10A8-03D4-E918-290BAC6A8483}"/>
              </a:ext>
            </a:extLst>
          </p:cNvPr>
          <p:cNvCxnSpPr>
            <a:cxnSpLocks/>
          </p:cNvCxnSpPr>
          <p:nvPr/>
        </p:nvCxnSpPr>
        <p:spPr>
          <a:xfrm flipV="1">
            <a:off x="3319249" y="2985267"/>
            <a:ext cx="0" cy="679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228C668-F0DB-BAEF-05CD-C03345868335}"/>
              </a:ext>
            </a:extLst>
          </p:cNvPr>
          <p:cNvSpPr/>
          <p:nvPr/>
        </p:nvSpPr>
        <p:spPr>
          <a:xfrm>
            <a:off x="2713840" y="4868556"/>
            <a:ext cx="1293095" cy="3320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/>
              <a:t>การแจ้งเตือน</a:t>
            </a:r>
            <a:endParaRPr lang="en-US" sz="12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D9445E-5EAF-6919-74D8-997DF0D5FC93}"/>
              </a:ext>
            </a:extLst>
          </p:cNvPr>
          <p:cNvCxnSpPr>
            <a:cxnSpLocks/>
            <a:endCxn id="20" idx="5"/>
          </p:cNvCxnSpPr>
          <p:nvPr/>
        </p:nvCxnSpPr>
        <p:spPr>
          <a:xfrm flipH="1" flipV="1">
            <a:off x="2141324" y="4626954"/>
            <a:ext cx="568749" cy="2416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1077C1F-BF46-E3E3-0A4B-57808749AEC1}"/>
              </a:ext>
            </a:extLst>
          </p:cNvPr>
          <p:cNvSpPr/>
          <p:nvPr/>
        </p:nvSpPr>
        <p:spPr>
          <a:xfrm>
            <a:off x="1251006" y="4286127"/>
            <a:ext cx="1043072" cy="3993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u="sng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รหัสลำดับ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7FD222-843C-3332-72B5-1ABBEBFF289C}"/>
              </a:ext>
            </a:extLst>
          </p:cNvPr>
          <p:cNvCxnSpPr>
            <a:cxnSpLocks/>
            <a:stCxn id="15" idx="1"/>
            <a:endCxn id="24" idx="6"/>
          </p:cNvCxnSpPr>
          <p:nvPr/>
        </p:nvCxnSpPr>
        <p:spPr>
          <a:xfrm flipH="1" flipV="1">
            <a:off x="1856097" y="5034577"/>
            <a:ext cx="85774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B4D5224-7D2F-FEF8-7DE6-1AC98CDD20A8}"/>
              </a:ext>
            </a:extLst>
          </p:cNvPr>
          <p:cNvSpPr/>
          <p:nvPr/>
        </p:nvSpPr>
        <p:spPr>
          <a:xfrm>
            <a:off x="409277" y="4683788"/>
            <a:ext cx="1446820" cy="70157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รหัสไฟล์ที่ใช้เชื่อมการแจ้งเตือนกับกำหนดการ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B159D4-6875-8A06-F60E-EF16DD118E6C}"/>
              </a:ext>
            </a:extLst>
          </p:cNvPr>
          <p:cNvCxnSpPr>
            <a:cxnSpLocks/>
          </p:cNvCxnSpPr>
          <p:nvPr/>
        </p:nvCxnSpPr>
        <p:spPr>
          <a:xfrm>
            <a:off x="9330890" y="2931789"/>
            <a:ext cx="6480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DCEA861-4A90-F207-B599-D29876A2F896}"/>
              </a:ext>
            </a:extLst>
          </p:cNvPr>
          <p:cNvSpPr/>
          <p:nvPr/>
        </p:nvSpPr>
        <p:spPr>
          <a:xfrm>
            <a:off x="9944005" y="2707664"/>
            <a:ext cx="1038835" cy="390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Email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BF40F20-833B-0015-1F45-14CCA57971F8}"/>
              </a:ext>
            </a:extLst>
          </p:cNvPr>
          <p:cNvCxnSpPr>
            <a:cxnSpLocks/>
          </p:cNvCxnSpPr>
          <p:nvPr/>
        </p:nvCxnSpPr>
        <p:spPr>
          <a:xfrm flipV="1">
            <a:off x="3331478" y="4052087"/>
            <a:ext cx="3767" cy="7879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725E5A40-82A2-B14D-7A58-9E233EEE033A}"/>
              </a:ext>
            </a:extLst>
          </p:cNvPr>
          <p:cNvSpPr/>
          <p:nvPr/>
        </p:nvSpPr>
        <p:spPr>
          <a:xfrm>
            <a:off x="5644650" y="2641616"/>
            <a:ext cx="871035" cy="59211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B422E3A4-32D7-3FE8-BB8A-B44FC60D564B}"/>
              </a:ext>
            </a:extLst>
          </p:cNvPr>
          <p:cNvSpPr/>
          <p:nvPr/>
        </p:nvSpPr>
        <p:spPr>
          <a:xfrm>
            <a:off x="3071249" y="1853596"/>
            <a:ext cx="496001" cy="38032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/>
              <a:t>มี</a:t>
            </a:r>
            <a:endParaRPr 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75DD1B-1C18-DA52-441F-758E9F2B7261}"/>
              </a:ext>
            </a:extLst>
          </p:cNvPr>
          <p:cNvSpPr txBox="1"/>
          <p:nvPr/>
        </p:nvSpPr>
        <p:spPr>
          <a:xfrm>
            <a:off x="3331126" y="4211370"/>
            <a:ext cx="268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/>
              <a:t>1</a:t>
            </a:r>
            <a:endParaRPr 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0DF149-2725-7765-4455-86245D6C4867}"/>
              </a:ext>
            </a:extLst>
          </p:cNvPr>
          <p:cNvSpPr txBox="1"/>
          <p:nvPr/>
        </p:nvSpPr>
        <p:spPr>
          <a:xfrm>
            <a:off x="3327386" y="3249988"/>
            <a:ext cx="268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/>
              <a:t>1</a:t>
            </a:r>
            <a:endParaRPr lang="en-US" sz="12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5EAFE61-C190-A4D3-3DA0-F50B7D2971C0}"/>
              </a:ext>
            </a:extLst>
          </p:cNvPr>
          <p:cNvCxnSpPr>
            <a:cxnSpLocks/>
          </p:cNvCxnSpPr>
          <p:nvPr/>
        </p:nvCxnSpPr>
        <p:spPr>
          <a:xfrm flipV="1">
            <a:off x="3319249" y="2233922"/>
            <a:ext cx="0" cy="486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E9BB2BB-CC5E-215D-38E3-BDBBF1F6A025}"/>
              </a:ext>
            </a:extLst>
          </p:cNvPr>
          <p:cNvCxnSpPr>
            <a:cxnSpLocks/>
          </p:cNvCxnSpPr>
          <p:nvPr/>
        </p:nvCxnSpPr>
        <p:spPr>
          <a:xfrm flipV="1">
            <a:off x="3331479" y="1063867"/>
            <a:ext cx="3767" cy="7879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ED7498F8-5299-B41C-50DA-F7817C1044A0}"/>
              </a:ext>
            </a:extLst>
          </p:cNvPr>
          <p:cNvSpPr/>
          <p:nvPr/>
        </p:nvSpPr>
        <p:spPr>
          <a:xfrm>
            <a:off x="2757532" y="732952"/>
            <a:ext cx="1147894" cy="3320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effectLst/>
                <a:ea typeface="TH SarabunPSK" panose="020B0500040200020003" pitchFamily="34" charset="-34"/>
                <a:cs typeface="TH SarabunPSK" panose="020B0500040200020003" pitchFamily="34" charset="-34"/>
              </a:rPr>
              <a:t>ไฟล์กำหนดการ</a:t>
            </a:r>
            <a:endParaRPr lang="en-US" sz="120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C960492-9F06-ACB0-9EE6-6FEDC6B15680}"/>
              </a:ext>
            </a:extLst>
          </p:cNvPr>
          <p:cNvCxnSpPr>
            <a:cxnSpLocks/>
            <a:stCxn id="61" idx="3"/>
          </p:cNvCxnSpPr>
          <p:nvPr/>
        </p:nvCxnSpPr>
        <p:spPr>
          <a:xfrm flipH="1">
            <a:off x="3911875" y="568670"/>
            <a:ext cx="459620" cy="1922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E4751C39-78EE-BD83-F9DE-EB84683652FE}"/>
              </a:ext>
            </a:extLst>
          </p:cNvPr>
          <p:cNvSpPr/>
          <p:nvPr/>
        </p:nvSpPr>
        <p:spPr>
          <a:xfrm>
            <a:off x="4137726" y="76270"/>
            <a:ext cx="1596272" cy="5768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รหัสไฟล์เชื่อมไฟล์กับ กำหนดการ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8C79989-40EF-4B8D-6970-80C91FD4FDE2}"/>
              </a:ext>
            </a:extLst>
          </p:cNvPr>
          <p:cNvCxnSpPr>
            <a:cxnSpLocks/>
          </p:cNvCxnSpPr>
          <p:nvPr/>
        </p:nvCxnSpPr>
        <p:spPr>
          <a:xfrm>
            <a:off x="2341760" y="562558"/>
            <a:ext cx="414321" cy="2458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537FE2A-999D-3362-EE99-DF828F26B8B3}"/>
              </a:ext>
            </a:extLst>
          </p:cNvPr>
          <p:cNvSpPr/>
          <p:nvPr/>
        </p:nvSpPr>
        <p:spPr>
          <a:xfrm>
            <a:off x="1180182" y="300912"/>
            <a:ext cx="1261752" cy="4155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ชื่อ</a:t>
            </a:r>
            <a:r>
              <a:rPr lang="th-TH" sz="1200" dirty="0">
                <a:solidFill>
                  <a:srgbClr val="000000"/>
                </a:solidFill>
                <a:ea typeface="Calibri" panose="020F0502020204030204" pitchFamily="34" charset="0"/>
                <a:cs typeface="TH SarabunPSK" panose="020B0500040200020003" pitchFamily="34" charset="-34"/>
              </a:rPr>
              <a:t>สถาน</a:t>
            </a:r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ที่เก็บไฟล์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4B7451A-3B93-90CA-0970-0EBAB512FDDD}"/>
              </a:ext>
            </a:extLst>
          </p:cNvPr>
          <p:cNvCxnSpPr>
            <a:cxnSpLocks/>
            <a:stCxn id="65" idx="4"/>
            <a:endCxn id="57" idx="0"/>
          </p:cNvCxnSpPr>
          <p:nvPr/>
        </p:nvCxnSpPr>
        <p:spPr>
          <a:xfrm flipH="1">
            <a:off x="3331479" y="464016"/>
            <a:ext cx="3766" cy="2689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BFA9A840-07E2-9B41-F1BD-510F740930C8}"/>
              </a:ext>
            </a:extLst>
          </p:cNvPr>
          <p:cNvSpPr/>
          <p:nvPr/>
        </p:nvSpPr>
        <p:spPr>
          <a:xfrm>
            <a:off x="2934228" y="42155"/>
            <a:ext cx="802033" cy="4218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u="sng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รหัสไฟล์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3B4D72A-6AA6-6B91-D142-E64DBD6987C6}"/>
              </a:ext>
            </a:extLst>
          </p:cNvPr>
          <p:cNvCxnSpPr>
            <a:cxnSpLocks/>
          </p:cNvCxnSpPr>
          <p:nvPr/>
        </p:nvCxnSpPr>
        <p:spPr>
          <a:xfrm flipV="1">
            <a:off x="3503897" y="2264696"/>
            <a:ext cx="302217" cy="4493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0F575E50-28FC-5B19-4C1A-053F6A62A3EB}"/>
              </a:ext>
            </a:extLst>
          </p:cNvPr>
          <p:cNvSpPr/>
          <p:nvPr/>
        </p:nvSpPr>
        <p:spPr>
          <a:xfrm>
            <a:off x="3627075" y="1882498"/>
            <a:ext cx="803628" cy="4169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วันเวลาแจ้งเตือน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0" name="Diamond 37">
            <a:extLst>
              <a:ext uri="{FF2B5EF4-FFF2-40B4-BE49-F238E27FC236}">
                <a16:creationId xmlns:a16="http://schemas.microsoft.com/office/drawing/2014/main" id="{27B00D3D-01CF-CD00-DC43-22079EEEF14E}"/>
              </a:ext>
            </a:extLst>
          </p:cNvPr>
          <p:cNvSpPr/>
          <p:nvPr/>
        </p:nvSpPr>
        <p:spPr>
          <a:xfrm>
            <a:off x="3083478" y="3671761"/>
            <a:ext cx="496001" cy="38032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/>
              <a:t>มี</a:t>
            </a:r>
            <a:endParaRPr lang="en-US" sz="1200" dirty="0"/>
          </a:p>
        </p:txBody>
      </p:sp>
      <p:cxnSp>
        <p:nvCxnSpPr>
          <p:cNvPr id="88" name="Straight Connector 113">
            <a:extLst>
              <a:ext uri="{FF2B5EF4-FFF2-40B4-BE49-F238E27FC236}">
                <a16:creationId xmlns:a16="http://schemas.microsoft.com/office/drawing/2014/main" id="{0EB8222D-FD76-B63C-6AF3-EAF3F98533E1}"/>
              </a:ext>
            </a:extLst>
          </p:cNvPr>
          <p:cNvCxnSpPr>
            <a:cxnSpLocks/>
          </p:cNvCxnSpPr>
          <p:nvPr/>
        </p:nvCxnSpPr>
        <p:spPr>
          <a:xfrm flipV="1">
            <a:off x="8852482" y="2169099"/>
            <a:ext cx="3536" cy="6055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Diamond 37">
            <a:extLst>
              <a:ext uri="{FF2B5EF4-FFF2-40B4-BE49-F238E27FC236}">
                <a16:creationId xmlns:a16="http://schemas.microsoft.com/office/drawing/2014/main" id="{2AED1352-3B1A-07D0-41BB-6D1B9DDEB59D}"/>
              </a:ext>
            </a:extLst>
          </p:cNvPr>
          <p:cNvSpPr/>
          <p:nvPr/>
        </p:nvSpPr>
        <p:spPr>
          <a:xfrm>
            <a:off x="8624752" y="1814212"/>
            <a:ext cx="496001" cy="38032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/>
              <a:t>มี</a:t>
            </a:r>
            <a:endParaRPr lang="en-US" sz="1200" dirty="0"/>
          </a:p>
        </p:txBody>
      </p:sp>
      <p:cxnSp>
        <p:nvCxnSpPr>
          <p:cNvPr id="93" name="Straight Connector 55">
            <a:extLst>
              <a:ext uri="{FF2B5EF4-FFF2-40B4-BE49-F238E27FC236}">
                <a16:creationId xmlns:a16="http://schemas.microsoft.com/office/drawing/2014/main" id="{A11EA8BE-7825-09F8-B48B-47289FEA1529}"/>
              </a:ext>
            </a:extLst>
          </p:cNvPr>
          <p:cNvCxnSpPr>
            <a:cxnSpLocks/>
          </p:cNvCxnSpPr>
          <p:nvPr/>
        </p:nvCxnSpPr>
        <p:spPr>
          <a:xfrm flipV="1">
            <a:off x="8872752" y="1215356"/>
            <a:ext cx="1884" cy="59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Rectangle 112">
            <a:extLst>
              <a:ext uri="{FF2B5EF4-FFF2-40B4-BE49-F238E27FC236}">
                <a16:creationId xmlns:a16="http://schemas.microsoft.com/office/drawing/2014/main" id="{1C62B00D-9D5B-7399-A2D6-81403903B8D8}"/>
              </a:ext>
            </a:extLst>
          </p:cNvPr>
          <p:cNvSpPr/>
          <p:nvPr/>
        </p:nvSpPr>
        <p:spPr>
          <a:xfrm>
            <a:off x="8392743" y="971663"/>
            <a:ext cx="1015068" cy="2600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เพื่อน</a:t>
            </a:r>
            <a:endParaRPr lang="en-US" sz="1200" dirty="0"/>
          </a:p>
        </p:txBody>
      </p:sp>
      <p:sp>
        <p:nvSpPr>
          <p:cNvPr id="96" name="Oval 114">
            <a:extLst>
              <a:ext uri="{FF2B5EF4-FFF2-40B4-BE49-F238E27FC236}">
                <a16:creationId xmlns:a16="http://schemas.microsoft.com/office/drawing/2014/main" id="{A608C153-3E1C-72EC-90A3-35C3056177FB}"/>
              </a:ext>
            </a:extLst>
          </p:cNvPr>
          <p:cNvSpPr/>
          <p:nvPr/>
        </p:nvSpPr>
        <p:spPr>
          <a:xfrm>
            <a:off x="6902174" y="732952"/>
            <a:ext cx="638677" cy="3288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id</a:t>
            </a:r>
          </a:p>
        </p:txBody>
      </p:sp>
      <p:sp>
        <p:nvSpPr>
          <p:cNvPr id="97" name="Oval 114">
            <a:extLst>
              <a:ext uri="{FF2B5EF4-FFF2-40B4-BE49-F238E27FC236}">
                <a16:creationId xmlns:a16="http://schemas.microsoft.com/office/drawing/2014/main" id="{9D045327-3A4E-979A-DC71-AA49F69ECFC5}"/>
              </a:ext>
            </a:extLst>
          </p:cNvPr>
          <p:cNvSpPr/>
          <p:nvPr/>
        </p:nvSpPr>
        <p:spPr>
          <a:xfrm>
            <a:off x="6757614" y="1115816"/>
            <a:ext cx="1125166" cy="4880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>
                <a:effectLst/>
                <a:ea typeface="TH SarabunPSK" panose="020B0500040200020003" pitchFamily="34" charset="-34"/>
                <a:cs typeface="TH SarabunPSK" panose="020B0500040200020003" pitchFamily="34" charset="-34"/>
              </a:rPr>
              <a:t>รหัสคนที่ส่งคำร้องเพิ่มเพื่อน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8" name="Oval 114">
            <a:extLst>
              <a:ext uri="{FF2B5EF4-FFF2-40B4-BE49-F238E27FC236}">
                <a16:creationId xmlns:a16="http://schemas.microsoft.com/office/drawing/2014/main" id="{18A41522-256B-0609-BB13-3629A18BC750}"/>
              </a:ext>
            </a:extLst>
          </p:cNvPr>
          <p:cNvSpPr/>
          <p:nvPr/>
        </p:nvSpPr>
        <p:spPr>
          <a:xfrm>
            <a:off x="7059606" y="134588"/>
            <a:ext cx="1125166" cy="6075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effectLst/>
                <a:ea typeface="TH SarabunPSK" panose="020B0500040200020003" pitchFamily="34" charset="-34"/>
                <a:cs typeface="TH SarabunPSK" panose="020B0500040200020003" pitchFamily="34" charset="-34"/>
              </a:rPr>
              <a:t>รหัสคนที่ได้รับคำร้องเพิ่มเพื่อน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9" name="Oval 114">
            <a:extLst>
              <a:ext uri="{FF2B5EF4-FFF2-40B4-BE49-F238E27FC236}">
                <a16:creationId xmlns:a16="http://schemas.microsoft.com/office/drawing/2014/main" id="{9A2E41A5-5660-7FCB-AC42-2A616B3B14DF}"/>
              </a:ext>
            </a:extLst>
          </p:cNvPr>
          <p:cNvSpPr/>
          <p:nvPr/>
        </p:nvSpPr>
        <p:spPr>
          <a:xfrm>
            <a:off x="8227225" y="96201"/>
            <a:ext cx="1266615" cy="4880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effectLst/>
                <a:ea typeface="TH SarabunPSK" panose="020B0500040200020003" pitchFamily="34" charset="-34"/>
                <a:cs typeface="TH SarabunPSK" panose="020B0500040200020003" pitchFamily="34" charset="-34"/>
              </a:rPr>
              <a:t>ชื่อเพื่อนคนที่โดนเพิ่มเพื่อน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0" name="Oval 114">
            <a:extLst>
              <a:ext uri="{FF2B5EF4-FFF2-40B4-BE49-F238E27FC236}">
                <a16:creationId xmlns:a16="http://schemas.microsoft.com/office/drawing/2014/main" id="{3FD0B8BD-2494-B124-02F7-30CDF4254EFD}"/>
              </a:ext>
            </a:extLst>
          </p:cNvPr>
          <p:cNvSpPr/>
          <p:nvPr/>
        </p:nvSpPr>
        <p:spPr>
          <a:xfrm>
            <a:off x="9518738" y="158387"/>
            <a:ext cx="1105053" cy="4880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effectLst/>
                <a:ea typeface="TH SarabunPSK" panose="020B0500040200020003" pitchFamily="34" charset="-34"/>
                <a:cs typeface="TH SarabunPSK" panose="020B0500040200020003" pitchFamily="34" charset="-34"/>
              </a:rPr>
              <a:t>ชื่อเพื่อนคนที่โดนเพิ่มเพื่อน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1" name="Oval 114">
            <a:extLst>
              <a:ext uri="{FF2B5EF4-FFF2-40B4-BE49-F238E27FC236}">
                <a16:creationId xmlns:a16="http://schemas.microsoft.com/office/drawing/2014/main" id="{1C679CC8-E680-28B6-87C8-7C6BD9E42B36}"/>
              </a:ext>
            </a:extLst>
          </p:cNvPr>
          <p:cNvSpPr/>
          <p:nvPr/>
        </p:nvSpPr>
        <p:spPr>
          <a:xfrm>
            <a:off x="10259703" y="505294"/>
            <a:ext cx="1038835" cy="4880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effectLst/>
                <a:ea typeface="TH SarabunPSK" panose="020B0500040200020003" pitchFamily="34" charset="-34"/>
                <a:cs typeface="TH SarabunPSK" panose="020B0500040200020003" pitchFamily="34" charset="-34"/>
              </a:rPr>
              <a:t>อีเมลคนที่โดนเพิ่มเพื่อน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2" name="Oval 114">
            <a:extLst>
              <a:ext uri="{FF2B5EF4-FFF2-40B4-BE49-F238E27FC236}">
                <a16:creationId xmlns:a16="http://schemas.microsoft.com/office/drawing/2014/main" id="{6207561B-579B-F418-00BD-1D8F22F0BA00}"/>
              </a:ext>
            </a:extLst>
          </p:cNvPr>
          <p:cNvSpPr/>
          <p:nvPr/>
        </p:nvSpPr>
        <p:spPr>
          <a:xfrm>
            <a:off x="10259702" y="1002499"/>
            <a:ext cx="1038835" cy="42864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effectLst/>
                <a:ea typeface="TH SarabunPSK" panose="020B0500040200020003" pitchFamily="34" charset="-34"/>
                <a:cs typeface="TH SarabunPSK" panose="020B0500040200020003" pitchFamily="34" charset="-34"/>
              </a:rPr>
              <a:t>รูปคนที่โดนเพิ่มเพื่อน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3" name="Oval 114">
            <a:extLst>
              <a:ext uri="{FF2B5EF4-FFF2-40B4-BE49-F238E27FC236}">
                <a16:creationId xmlns:a16="http://schemas.microsoft.com/office/drawing/2014/main" id="{B21929ED-A21E-7812-93F7-81417E6EE4CA}"/>
              </a:ext>
            </a:extLst>
          </p:cNvPr>
          <p:cNvSpPr/>
          <p:nvPr/>
        </p:nvSpPr>
        <p:spPr>
          <a:xfrm>
            <a:off x="9654925" y="1389528"/>
            <a:ext cx="1038835" cy="42864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effectLst/>
                <a:ea typeface="TH SarabunPSK" panose="020B0500040200020003" pitchFamily="34" charset="-34"/>
                <a:cs typeface="TH SarabunPSK" panose="020B0500040200020003" pitchFamily="34" charset="-34"/>
              </a:rPr>
              <a:t>สถานะการเป็นเพื่อน</a:t>
            </a:r>
            <a:endParaRPr lang="en-US" sz="12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04" name="Straight Connector 55">
            <a:extLst>
              <a:ext uri="{FF2B5EF4-FFF2-40B4-BE49-F238E27FC236}">
                <a16:creationId xmlns:a16="http://schemas.microsoft.com/office/drawing/2014/main" id="{A044E405-BE9C-B34D-A26E-F3566EFF413F}"/>
              </a:ext>
            </a:extLst>
          </p:cNvPr>
          <p:cNvCxnSpPr>
            <a:cxnSpLocks/>
          </p:cNvCxnSpPr>
          <p:nvPr/>
        </p:nvCxnSpPr>
        <p:spPr>
          <a:xfrm flipV="1">
            <a:off x="7787966" y="1145910"/>
            <a:ext cx="602163" cy="776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55">
            <a:extLst>
              <a:ext uri="{FF2B5EF4-FFF2-40B4-BE49-F238E27FC236}">
                <a16:creationId xmlns:a16="http://schemas.microsoft.com/office/drawing/2014/main" id="{AEE4659F-A943-36F2-39CE-50C7C083556F}"/>
              </a:ext>
            </a:extLst>
          </p:cNvPr>
          <p:cNvCxnSpPr>
            <a:cxnSpLocks/>
            <a:stCxn id="96" idx="6"/>
          </p:cNvCxnSpPr>
          <p:nvPr/>
        </p:nvCxnSpPr>
        <p:spPr>
          <a:xfrm>
            <a:off x="7540851" y="897361"/>
            <a:ext cx="859143" cy="1709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55">
            <a:extLst>
              <a:ext uri="{FF2B5EF4-FFF2-40B4-BE49-F238E27FC236}">
                <a16:creationId xmlns:a16="http://schemas.microsoft.com/office/drawing/2014/main" id="{7924662B-5B03-0A09-7FD9-1D174B6198C5}"/>
              </a:ext>
            </a:extLst>
          </p:cNvPr>
          <p:cNvCxnSpPr>
            <a:cxnSpLocks/>
            <a:stCxn id="98" idx="5"/>
          </p:cNvCxnSpPr>
          <p:nvPr/>
        </p:nvCxnSpPr>
        <p:spPr>
          <a:xfrm>
            <a:off x="8019995" y="653152"/>
            <a:ext cx="379999" cy="3103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55">
            <a:extLst>
              <a:ext uri="{FF2B5EF4-FFF2-40B4-BE49-F238E27FC236}">
                <a16:creationId xmlns:a16="http://schemas.microsoft.com/office/drawing/2014/main" id="{42F2A936-0092-8874-534B-C80311A9967D}"/>
              </a:ext>
            </a:extLst>
          </p:cNvPr>
          <p:cNvCxnSpPr>
            <a:cxnSpLocks/>
            <a:stCxn id="99" idx="4"/>
          </p:cNvCxnSpPr>
          <p:nvPr/>
        </p:nvCxnSpPr>
        <p:spPr>
          <a:xfrm>
            <a:off x="8860533" y="584234"/>
            <a:ext cx="13700" cy="3496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55">
            <a:extLst>
              <a:ext uri="{FF2B5EF4-FFF2-40B4-BE49-F238E27FC236}">
                <a16:creationId xmlns:a16="http://schemas.microsoft.com/office/drawing/2014/main" id="{D1F890E3-E83E-38E3-A893-A583A587EE4E}"/>
              </a:ext>
            </a:extLst>
          </p:cNvPr>
          <p:cNvCxnSpPr>
            <a:cxnSpLocks/>
          </p:cNvCxnSpPr>
          <p:nvPr/>
        </p:nvCxnSpPr>
        <p:spPr>
          <a:xfrm flipH="1">
            <a:off x="9414260" y="646420"/>
            <a:ext cx="434529" cy="3496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55">
            <a:extLst>
              <a:ext uri="{FF2B5EF4-FFF2-40B4-BE49-F238E27FC236}">
                <a16:creationId xmlns:a16="http://schemas.microsoft.com/office/drawing/2014/main" id="{416E874F-464F-3B0A-96DA-F7273BE33BAA}"/>
              </a:ext>
            </a:extLst>
          </p:cNvPr>
          <p:cNvCxnSpPr>
            <a:cxnSpLocks/>
            <a:stCxn id="101" idx="3"/>
            <a:endCxn id="95" idx="3"/>
          </p:cNvCxnSpPr>
          <p:nvPr/>
        </p:nvCxnSpPr>
        <p:spPr>
          <a:xfrm flipH="1">
            <a:off x="9407811" y="921856"/>
            <a:ext cx="1004026" cy="1798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55">
            <a:extLst>
              <a:ext uri="{FF2B5EF4-FFF2-40B4-BE49-F238E27FC236}">
                <a16:creationId xmlns:a16="http://schemas.microsoft.com/office/drawing/2014/main" id="{281BB752-2C30-8F39-761A-271F15F4EF78}"/>
              </a:ext>
            </a:extLst>
          </p:cNvPr>
          <p:cNvCxnSpPr>
            <a:cxnSpLocks/>
            <a:stCxn id="102" idx="2"/>
          </p:cNvCxnSpPr>
          <p:nvPr/>
        </p:nvCxnSpPr>
        <p:spPr>
          <a:xfrm flipH="1" flipV="1">
            <a:off x="9445418" y="1209546"/>
            <a:ext cx="814284" cy="72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55">
            <a:extLst>
              <a:ext uri="{FF2B5EF4-FFF2-40B4-BE49-F238E27FC236}">
                <a16:creationId xmlns:a16="http://schemas.microsoft.com/office/drawing/2014/main" id="{7B0F9E1B-3273-FDCE-7A44-1ECDA8E7928D}"/>
              </a:ext>
            </a:extLst>
          </p:cNvPr>
          <p:cNvCxnSpPr>
            <a:cxnSpLocks/>
            <a:stCxn id="103" idx="2"/>
          </p:cNvCxnSpPr>
          <p:nvPr/>
        </p:nvCxnSpPr>
        <p:spPr>
          <a:xfrm flipH="1" flipV="1">
            <a:off x="9247783" y="1232903"/>
            <a:ext cx="407142" cy="3709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32">
            <a:extLst>
              <a:ext uri="{FF2B5EF4-FFF2-40B4-BE49-F238E27FC236}">
                <a16:creationId xmlns:a16="http://schemas.microsoft.com/office/drawing/2014/main" id="{C543501F-34BD-5CA2-F000-CD11CCAFFC88}"/>
              </a:ext>
            </a:extLst>
          </p:cNvPr>
          <p:cNvCxnSpPr>
            <a:cxnSpLocks/>
          </p:cNvCxnSpPr>
          <p:nvPr/>
        </p:nvCxnSpPr>
        <p:spPr>
          <a:xfrm flipH="1" flipV="1">
            <a:off x="3752477" y="2994492"/>
            <a:ext cx="486213" cy="3716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Oval 73">
            <a:extLst>
              <a:ext uri="{FF2B5EF4-FFF2-40B4-BE49-F238E27FC236}">
                <a16:creationId xmlns:a16="http://schemas.microsoft.com/office/drawing/2014/main" id="{5BB5BE9C-F1F0-47C5-D660-E1B9BCE0A0F9}"/>
              </a:ext>
            </a:extLst>
          </p:cNvPr>
          <p:cNvSpPr/>
          <p:nvPr/>
        </p:nvSpPr>
        <p:spPr>
          <a:xfrm>
            <a:off x="3888467" y="3319159"/>
            <a:ext cx="1090217" cy="4169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รหัสผู้สร้างกำหนดการ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1" name="Oval 62">
            <a:extLst>
              <a:ext uri="{FF2B5EF4-FFF2-40B4-BE49-F238E27FC236}">
                <a16:creationId xmlns:a16="http://schemas.microsoft.com/office/drawing/2014/main" id="{DC54F820-F09B-83B1-5802-C8B260E58545}"/>
              </a:ext>
            </a:extLst>
          </p:cNvPr>
          <p:cNvSpPr/>
          <p:nvPr/>
        </p:nvSpPr>
        <p:spPr>
          <a:xfrm>
            <a:off x="4384570" y="844158"/>
            <a:ext cx="901492" cy="37938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ชื่อไฟล์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93" name="Straight Connector 57">
            <a:extLst>
              <a:ext uri="{FF2B5EF4-FFF2-40B4-BE49-F238E27FC236}">
                <a16:creationId xmlns:a16="http://schemas.microsoft.com/office/drawing/2014/main" id="{7B5E9601-AAA2-4F3D-8E00-233FC3C9BAAC}"/>
              </a:ext>
            </a:extLst>
          </p:cNvPr>
          <p:cNvCxnSpPr>
            <a:cxnSpLocks/>
            <a:stCxn id="191" idx="2"/>
          </p:cNvCxnSpPr>
          <p:nvPr/>
        </p:nvCxnSpPr>
        <p:spPr>
          <a:xfrm flipH="1" flipV="1">
            <a:off x="3914986" y="913052"/>
            <a:ext cx="469584" cy="1207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1">
            <a:extLst>
              <a:ext uri="{FF2B5EF4-FFF2-40B4-BE49-F238E27FC236}">
                <a16:creationId xmlns:a16="http://schemas.microsoft.com/office/drawing/2014/main" id="{B4023249-532F-1322-9458-E968221358D7}"/>
              </a:ext>
            </a:extLst>
          </p:cNvPr>
          <p:cNvCxnSpPr>
            <a:cxnSpLocks/>
          </p:cNvCxnSpPr>
          <p:nvPr/>
        </p:nvCxnSpPr>
        <p:spPr>
          <a:xfrm flipH="1">
            <a:off x="4028889" y="4683788"/>
            <a:ext cx="599451" cy="1896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" name="Oval 73">
            <a:extLst>
              <a:ext uri="{FF2B5EF4-FFF2-40B4-BE49-F238E27FC236}">
                <a16:creationId xmlns:a16="http://schemas.microsoft.com/office/drawing/2014/main" id="{283A068D-53E7-518A-F3A9-85884E1B52CA}"/>
              </a:ext>
            </a:extLst>
          </p:cNvPr>
          <p:cNvSpPr/>
          <p:nvPr/>
        </p:nvSpPr>
        <p:spPr>
          <a:xfrm>
            <a:off x="4554433" y="4314730"/>
            <a:ext cx="1281923" cy="5661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รหัสที่ใช้แจ้งเตือนผู้สร้างกำหนดการ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205" name="Straight Connector 21">
            <a:extLst>
              <a:ext uri="{FF2B5EF4-FFF2-40B4-BE49-F238E27FC236}">
                <a16:creationId xmlns:a16="http://schemas.microsoft.com/office/drawing/2014/main" id="{EB3784A3-85F1-03DF-A1B7-CB0EBBBB10A3}"/>
              </a:ext>
            </a:extLst>
          </p:cNvPr>
          <p:cNvCxnSpPr>
            <a:cxnSpLocks/>
            <a:stCxn id="207" idx="2"/>
          </p:cNvCxnSpPr>
          <p:nvPr/>
        </p:nvCxnSpPr>
        <p:spPr>
          <a:xfrm flipH="1" flipV="1">
            <a:off x="3971255" y="5099083"/>
            <a:ext cx="632577" cy="148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" name="Oval 73">
            <a:extLst>
              <a:ext uri="{FF2B5EF4-FFF2-40B4-BE49-F238E27FC236}">
                <a16:creationId xmlns:a16="http://schemas.microsoft.com/office/drawing/2014/main" id="{171C46D3-46E6-D459-DB6F-95D1C5A73A72}"/>
              </a:ext>
            </a:extLst>
          </p:cNvPr>
          <p:cNvSpPr/>
          <p:nvPr/>
        </p:nvSpPr>
        <p:spPr>
          <a:xfrm>
            <a:off x="4603832" y="4951348"/>
            <a:ext cx="1446820" cy="5921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รหัสเพื่อนที่ต้องการจะแจ้งเตือน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0" name="TextBox 46">
            <a:extLst>
              <a:ext uri="{FF2B5EF4-FFF2-40B4-BE49-F238E27FC236}">
                <a16:creationId xmlns:a16="http://schemas.microsoft.com/office/drawing/2014/main" id="{2C8312DB-79BF-CB51-B614-C292A0CE8500}"/>
              </a:ext>
            </a:extLst>
          </p:cNvPr>
          <p:cNvSpPr txBox="1"/>
          <p:nvPr/>
        </p:nvSpPr>
        <p:spPr>
          <a:xfrm>
            <a:off x="8558682" y="2317235"/>
            <a:ext cx="268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/>
              <a:t>1</a:t>
            </a:r>
            <a:endParaRPr lang="en-US" sz="1200" dirty="0"/>
          </a:p>
        </p:txBody>
      </p:sp>
      <p:sp>
        <p:nvSpPr>
          <p:cNvPr id="211" name="TextBox 154">
            <a:extLst>
              <a:ext uri="{FF2B5EF4-FFF2-40B4-BE49-F238E27FC236}">
                <a16:creationId xmlns:a16="http://schemas.microsoft.com/office/drawing/2014/main" id="{88752B9F-D41A-4002-6E67-B49F9C8268BE}"/>
              </a:ext>
            </a:extLst>
          </p:cNvPr>
          <p:cNvSpPr txBox="1"/>
          <p:nvPr/>
        </p:nvSpPr>
        <p:spPr>
          <a:xfrm>
            <a:off x="8537741" y="1374097"/>
            <a:ext cx="296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</a:p>
        </p:txBody>
      </p:sp>
      <p:sp>
        <p:nvSpPr>
          <p:cNvPr id="212" name="TextBox 46">
            <a:extLst>
              <a:ext uri="{FF2B5EF4-FFF2-40B4-BE49-F238E27FC236}">
                <a16:creationId xmlns:a16="http://schemas.microsoft.com/office/drawing/2014/main" id="{B6C9CB76-0811-700C-1ED9-2DF141044EBE}"/>
              </a:ext>
            </a:extLst>
          </p:cNvPr>
          <p:cNvSpPr txBox="1"/>
          <p:nvPr/>
        </p:nvSpPr>
        <p:spPr>
          <a:xfrm>
            <a:off x="3012472" y="2271064"/>
            <a:ext cx="268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/>
              <a:t>1</a:t>
            </a:r>
            <a:endParaRPr lang="en-US" sz="1200" dirty="0"/>
          </a:p>
        </p:txBody>
      </p:sp>
      <p:sp>
        <p:nvSpPr>
          <p:cNvPr id="213" name="TextBox 154">
            <a:extLst>
              <a:ext uri="{FF2B5EF4-FFF2-40B4-BE49-F238E27FC236}">
                <a16:creationId xmlns:a16="http://schemas.microsoft.com/office/drawing/2014/main" id="{1ED81A6E-3763-E790-95DA-8F4B410DA96C}"/>
              </a:ext>
            </a:extLst>
          </p:cNvPr>
          <p:cNvSpPr txBox="1"/>
          <p:nvPr/>
        </p:nvSpPr>
        <p:spPr>
          <a:xfrm>
            <a:off x="2983618" y="1349077"/>
            <a:ext cx="296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33861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9BF9E3-8ABA-A9EA-C697-0F69E43FAC37}"/>
              </a:ext>
            </a:extLst>
          </p:cNvPr>
          <p:cNvSpPr/>
          <p:nvPr/>
        </p:nvSpPr>
        <p:spPr>
          <a:xfrm>
            <a:off x="9580925" y="5591101"/>
            <a:ext cx="1147894" cy="3320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dirty="0">
                <a:effectLst/>
                <a:ea typeface="TH SarabunPSK" panose="020B0500040200020003" pitchFamily="34" charset="-34"/>
                <a:cs typeface="TH SarabunPSK" panose="020B0500040200020003" pitchFamily="34" charset="-34"/>
              </a:rPr>
              <a:t>การแจ้งเตือน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23EEF6-AC60-88A4-BFFB-B07F4F90EA74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9006917" y="5440720"/>
            <a:ext cx="564221" cy="2108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7D02B59-7B20-F6C7-8AFA-C48F1B07A689}"/>
              </a:ext>
            </a:extLst>
          </p:cNvPr>
          <p:cNvSpPr/>
          <p:nvPr/>
        </p:nvSpPr>
        <p:spPr>
          <a:xfrm>
            <a:off x="7947169" y="4983047"/>
            <a:ext cx="1241572" cy="5361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u="sng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H SarabunPSK" panose="020B0500040200020003" pitchFamily="34" charset="-34"/>
              </a:rPr>
              <a:t>รหัสการแจ้งเตือน</a:t>
            </a:r>
            <a:endParaRPr lang="en-US" sz="1400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686908-52F1-5FE4-BB64-A6D99EB1758A}"/>
              </a:ext>
            </a:extLst>
          </p:cNvPr>
          <p:cNvCxnSpPr>
            <a:cxnSpLocks/>
          </p:cNvCxnSpPr>
          <p:nvPr/>
        </p:nvCxnSpPr>
        <p:spPr>
          <a:xfrm flipV="1">
            <a:off x="9260745" y="5923144"/>
            <a:ext cx="462693" cy="2582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5A934FC-D60C-CFBA-FE47-2B8AAB24FB08}"/>
              </a:ext>
            </a:extLst>
          </p:cNvPr>
          <p:cNvSpPr/>
          <p:nvPr/>
        </p:nvSpPr>
        <p:spPr>
          <a:xfrm>
            <a:off x="8331137" y="6168394"/>
            <a:ext cx="1241572" cy="5361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รหัสประเภทการแจ้งเตือน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ACA444-1959-1D88-1CD8-7B6CCBCF43B3}"/>
              </a:ext>
            </a:extLst>
          </p:cNvPr>
          <p:cNvCxnSpPr>
            <a:cxnSpLocks/>
          </p:cNvCxnSpPr>
          <p:nvPr/>
        </p:nvCxnSpPr>
        <p:spPr>
          <a:xfrm>
            <a:off x="10266127" y="5923144"/>
            <a:ext cx="0" cy="3482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E475567-A41E-49C0-F731-72AE5C1E41C0}"/>
              </a:ext>
            </a:extLst>
          </p:cNvPr>
          <p:cNvSpPr/>
          <p:nvPr/>
        </p:nvSpPr>
        <p:spPr>
          <a:xfrm>
            <a:off x="9829899" y="6250991"/>
            <a:ext cx="872455" cy="335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UserID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F7016B-3ECF-7454-978E-3A82C55BB7A2}"/>
              </a:ext>
            </a:extLst>
          </p:cNvPr>
          <p:cNvCxnSpPr>
            <a:cxnSpLocks/>
          </p:cNvCxnSpPr>
          <p:nvPr/>
        </p:nvCxnSpPr>
        <p:spPr>
          <a:xfrm flipH="1">
            <a:off x="10749670" y="5757122"/>
            <a:ext cx="5579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6D4E070-AFEB-FE2A-16E8-EDC0B5FC7975}"/>
              </a:ext>
            </a:extLst>
          </p:cNvPr>
          <p:cNvSpPr/>
          <p:nvPr/>
        </p:nvSpPr>
        <p:spPr>
          <a:xfrm>
            <a:off x="11280642" y="5519244"/>
            <a:ext cx="911358" cy="4819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วันเวลาแจ้งเตือน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05149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153</Words>
  <Application>Microsoft Office PowerPoint</Application>
  <PresentationFormat>แบบจอกว้าง</PresentationFormat>
  <Paragraphs>52</Paragraphs>
  <Slides>2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TH SarabunPSK</vt:lpstr>
      <vt:lpstr>Office Theme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Rinn</dc:creator>
  <cp:lastModifiedBy>Rinn sama</cp:lastModifiedBy>
  <cp:revision>12</cp:revision>
  <dcterms:created xsi:type="dcterms:W3CDTF">2023-03-12T20:57:58Z</dcterms:created>
  <dcterms:modified xsi:type="dcterms:W3CDTF">2023-09-07T04:35:13Z</dcterms:modified>
</cp:coreProperties>
</file>