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1" d="100"/>
          <a:sy n="71" d="100"/>
        </p:scale>
        <p:origin x="3246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93D-E5E6-4195-948B-74933989AF3F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C0B2-C410-4EC4-987C-F626F5DE4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7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93D-E5E6-4195-948B-74933989AF3F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C0B2-C410-4EC4-987C-F626F5DE4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4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93D-E5E6-4195-948B-74933989AF3F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C0B2-C410-4EC4-987C-F626F5DE4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67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93D-E5E6-4195-948B-74933989AF3F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C0B2-C410-4EC4-987C-F626F5DE4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82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93D-E5E6-4195-948B-74933989AF3F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C0B2-C410-4EC4-987C-F626F5DE4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0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93D-E5E6-4195-948B-74933989AF3F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C0B2-C410-4EC4-987C-F626F5DE4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4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93D-E5E6-4195-948B-74933989AF3F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C0B2-C410-4EC4-987C-F626F5DE4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69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93D-E5E6-4195-948B-74933989AF3F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C0B2-C410-4EC4-987C-F626F5DE4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0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93D-E5E6-4195-948B-74933989AF3F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C0B2-C410-4EC4-987C-F626F5DE4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0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93D-E5E6-4195-948B-74933989AF3F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C0B2-C410-4EC4-987C-F626F5DE4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3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93D-E5E6-4195-948B-74933989AF3F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C0B2-C410-4EC4-987C-F626F5DE4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01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5493D-E5E6-4195-948B-74933989AF3F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4C0B2-C410-4EC4-987C-F626F5DE4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49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F0F9DD-AB74-EA3B-6D1F-56DDB5303DBF}"/>
              </a:ext>
            </a:extLst>
          </p:cNvPr>
          <p:cNvSpPr/>
          <p:nvPr/>
        </p:nvSpPr>
        <p:spPr>
          <a:xfrm>
            <a:off x="2286000" y="778214"/>
            <a:ext cx="2208179" cy="5739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การแจ้งเตือน</a:t>
            </a:r>
            <a:endParaRPr lang="en-US" sz="16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F76E5D-B306-CAEC-BF12-41F3D16D7B59}"/>
              </a:ext>
            </a:extLst>
          </p:cNvPr>
          <p:cNvCxnSpPr>
            <a:cxnSpLocks/>
            <a:stCxn id="4" idx="2"/>
            <a:endCxn id="20" idx="0"/>
          </p:cNvCxnSpPr>
          <p:nvPr/>
        </p:nvCxnSpPr>
        <p:spPr>
          <a:xfrm flipH="1">
            <a:off x="3377118" y="1352146"/>
            <a:ext cx="12972" cy="747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0194D4E-5FB2-BC9C-5F7A-2DBB5CA1CB96}"/>
              </a:ext>
            </a:extLst>
          </p:cNvPr>
          <p:cNvSpPr/>
          <p:nvPr/>
        </p:nvSpPr>
        <p:spPr>
          <a:xfrm>
            <a:off x="2607418" y="2099492"/>
            <a:ext cx="1539400" cy="5656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ตั้งเวลาการแจ้งเตือนและรายละเอียดกำหนดการ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1" name="Flowchart: Decision 20">
            <a:extLst>
              <a:ext uri="{FF2B5EF4-FFF2-40B4-BE49-F238E27FC236}">
                <a16:creationId xmlns:a16="http://schemas.microsoft.com/office/drawing/2014/main" id="{A73A30BE-D07E-B819-B226-E19AF492D3A3}"/>
              </a:ext>
            </a:extLst>
          </p:cNvPr>
          <p:cNvSpPr/>
          <p:nvPr/>
        </p:nvSpPr>
        <p:spPr>
          <a:xfrm>
            <a:off x="4567538" y="3250668"/>
            <a:ext cx="1656135" cy="6225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ประเภทการแจ้งเตือน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B98D83-C709-497B-720E-80B5E0558204}"/>
              </a:ext>
            </a:extLst>
          </p:cNvPr>
          <p:cNvSpPr/>
          <p:nvPr/>
        </p:nvSpPr>
        <p:spPr>
          <a:xfrm>
            <a:off x="2771571" y="3328489"/>
            <a:ext cx="1211094" cy="4669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เพิ่มไอดีผู้ที่ต้องการให้แจ้งเตือน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E8E1C8-28C5-BF07-1BFA-E499FE755DAE}"/>
              </a:ext>
            </a:extLst>
          </p:cNvPr>
          <p:cNvCxnSpPr>
            <a:stCxn id="21" idx="1"/>
            <a:endCxn id="25" idx="3"/>
          </p:cNvCxnSpPr>
          <p:nvPr/>
        </p:nvCxnSpPr>
        <p:spPr>
          <a:xfrm flipH="1" flipV="1">
            <a:off x="3982665" y="3561953"/>
            <a:ext cx="58487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7851672-BA1D-9574-991C-E8449E383C75}"/>
              </a:ext>
            </a:extLst>
          </p:cNvPr>
          <p:cNvSpPr txBox="1"/>
          <p:nvPr/>
        </p:nvSpPr>
        <p:spPr>
          <a:xfrm>
            <a:off x="4009415" y="3309034"/>
            <a:ext cx="615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แบบกลุ่ม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22C90B9-25F9-45D7-606F-325C239CB4F1}"/>
              </a:ext>
            </a:extLst>
          </p:cNvPr>
          <p:cNvCxnSpPr>
            <a:cxnSpLocks/>
          </p:cNvCxnSpPr>
          <p:nvPr/>
        </p:nvCxnSpPr>
        <p:spPr>
          <a:xfrm>
            <a:off x="3373874" y="3795416"/>
            <a:ext cx="0" cy="720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D012A669-53BA-2D14-EEB2-AC8EA2C1F359}"/>
              </a:ext>
            </a:extLst>
          </p:cNvPr>
          <p:cNvSpPr/>
          <p:nvPr/>
        </p:nvSpPr>
        <p:spPr>
          <a:xfrm>
            <a:off x="3281463" y="4547169"/>
            <a:ext cx="168614" cy="18482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571674E8-CA4B-2C3B-23BB-F840064BF9F5}"/>
              </a:ext>
            </a:extLst>
          </p:cNvPr>
          <p:cNvCxnSpPr>
            <a:cxnSpLocks/>
            <a:stCxn id="21" idx="2"/>
            <a:endCxn id="31" idx="6"/>
          </p:cNvCxnSpPr>
          <p:nvPr/>
        </p:nvCxnSpPr>
        <p:spPr>
          <a:xfrm rot="5400000">
            <a:off x="4039671" y="3283646"/>
            <a:ext cx="766343" cy="19455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67F9B0A-7E7E-2383-196E-5ADFD8B28374}"/>
              </a:ext>
            </a:extLst>
          </p:cNvPr>
          <p:cNvSpPr txBox="1"/>
          <p:nvPr/>
        </p:nvSpPr>
        <p:spPr>
          <a:xfrm>
            <a:off x="3962945" y="4385897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แบบส่วนบุคคล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405A51-DB2C-A0F4-5363-D796DBA0B930}"/>
              </a:ext>
            </a:extLst>
          </p:cNvPr>
          <p:cNvSpPr/>
          <p:nvPr/>
        </p:nvSpPr>
        <p:spPr>
          <a:xfrm>
            <a:off x="2751851" y="5436287"/>
            <a:ext cx="1211094" cy="46692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ดำเนินการ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B974C9-130A-58E1-77D2-0BDBD858C95C}"/>
              </a:ext>
            </a:extLst>
          </p:cNvPr>
          <p:cNvCxnSpPr>
            <a:cxnSpLocks/>
          </p:cNvCxnSpPr>
          <p:nvPr/>
        </p:nvCxnSpPr>
        <p:spPr>
          <a:xfrm>
            <a:off x="3365770" y="4749244"/>
            <a:ext cx="0" cy="685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3522880-709D-5D56-A4C6-4AD716755018}"/>
              </a:ext>
            </a:extLst>
          </p:cNvPr>
          <p:cNvCxnSpPr>
            <a:cxnSpLocks/>
          </p:cNvCxnSpPr>
          <p:nvPr/>
        </p:nvCxnSpPr>
        <p:spPr>
          <a:xfrm>
            <a:off x="3357398" y="5903214"/>
            <a:ext cx="0" cy="564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4A52694-AEA6-F4EE-1EE6-1C38D0E2D7DD}"/>
              </a:ext>
            </a:extLst>
          </p:cNvPr>
          <p:cNvSpPr/>
          <p:nvPr/>
        </p:nvSpPr>
        <p:spPr>
          <a:xfrm>
            <a:off x="2760223" y="6466455"/>
            <a:ext cx="1211094" cy="46692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แจ้งเตือน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CAFC99FF-E58F-B3BF-7774-428CE680DDD0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4146818" y="2357610"/>
            <a:ext cx="1248788" cy="8930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C09ED0A-067E-E890-9CA5-D932F7E31996}"/>
              </a:ext>
            </a:extLst>
          </p:cNvPr>
          <p:cNvCxnSpPr>
            <a:cxnSpLocks/>
          </p:cNvCxnSpPr>
          <p:nvPr/>
        </p:nvCxnSpPr>
        <p:spPr>
          <a:xfrm>
            <a:off x="3357398" y="6933382"/>
            <a:ext cx="0" cy="564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Flowchart: Terminator 36">
            <a:extLst>
              <a:ext uri="{FF2B5EF4-FFF2-40B4-BE49-F238E27FC236}">
                <a16:creationId xmlns:a16="http://schemas.microsoft.com/office/drawing/2014/main" id="{2E29249F-9C16-8233-D4D0-804DCC3D665D}"/>
              </a:ext>
            </a:extLst>
          </p:cNvPr>
          <p:cNvSpPr/>
          <p:nvPr/>
        </p:nvSpPr>
        <p:spPr>
          <a:xfrm>
            <a:off x="2561678" y="7529491"/>
            <a:ext cx="1591439" cy="325353"/>
          </a:xfrm>
          <a:prstGeom prst="flowChartTerminator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สิ้นสุดกระบวนการ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0385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F4F8E3-83B8-8CE7-FF41-BD645C912212}"/>
              </a:ext>
            </a:extLst>
          </p:cNvPr>
          <p:cNvSpPr/>
          <p:nvPr/>
        </p:nvSpPr>
        <p:spPr>
          <a:xfrm>
            <a:off x="3023857" y="1385180"/>
            <a:ext cx="1095470" cy="9958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การจัดการสมัคร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FDBF51-1D0C-EF90-36EF-3F7BEDD09C40}"/>
              </a:ext>
            </a:extLst>
          </p:cNvPr>
          <p:cNvCxnSpPr/>
          <p:nvPr/>
        </p:nvCxnSpPr>
        <p:spPr>
          <a:xfrm>
            <a:off x="3023857" y="1665838"/>
            <a:ext cx="1095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86151D1-B1EC-A1FD-6B96-B1580837BBFF}"/>
              </a:ext>
            </a:extLst>
          </p:cNvPr>
          <p:cNvSpPr txBox="1"/>
          <p:nvPr/>
        </p:nvSpPr>
        <p:spPr>
          <a:xfrm>
            <a:off x="3367889" y="1367073"/>
            <a:ext cx="62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1.0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210112-05BF-F024-427F-2124AAA6C953}"/>
              </a:ext>
            </a:extLst>
          </p:cNvPr>
          <p:cNvSpPr/>
          <p:nvPr/>
        </p:nvSpPr>
        <p:spPr>
          <a:xfrm>
            <a:off x="651398" y="584161"/>
            <a:ext cx="914400" cy="4255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บุคคลทั่วไป</a:t>
            </a:r>
            <a:endParaRPr lang="en-US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46F1BD0-43D1-98DE-3C5C-7621D63FA4B9}"/>
              </a:ext>
            </a:extLst>
          </p:cNvPr>
          <p:cNvCxnSpPr>
            <a:cxnSpLocks/>
          </p:cNvCxnSpPr>
          <p:nvPr/>
        </p:nvCxnSpPr>
        <p:spPr>
          <a:xfrm>
            <a:off x="1520982" y="1140737"/>
            <a:ext cx="1376126" cy="413720"/>
          </a:xfrm>
          <a:prstGeom prst="bentConnector3">
            <a:avLst>
              <a:gd name="adj1" fmla="val 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EF6E84-5D91-85A5-059C-A3512175EAB7}"/>
              </a:ext>
            </a:extLst>
          </p:cNvPr>
          <p:cNvSpPr txBox="1"/>
          <p:nvPr/>
        </p:nvSpPr>
        <p:spPr>
          <a:xfrm>
            <a:off x="1601195" y="1281033"/>
            <a:ext cx="1066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ข้อมูลสมัครสมาชิก</a:t>
            </a:r>
            <a:endParaRPr lang="en-US" sz="1400" dirty="0"/>
          </a:p>
        </p:txBody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38892DAA-74B5-A654-9D2C-B1710B431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238583"/>
              </p:ext>
            </p:extLst>
          </p:nvPr>
        </p:nvGraphicFramePr>
        <p:xfrm>
          <a:off x="5192534" y="2018923"/>
          <a:ext cx="1220698" cy="3385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3400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917298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38554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ผู้ใช้</a:t>
                      </a:r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91C4E70-46B7-38C2-6393-A5473810C3A1}"/>
              </a:ext>
            </a:extLst>
          </p:cNvPr>
          <p:cNvSpPr txBox="1"/>
          <p:nvPr/>
        </p:nvSpPr>
        <p:spPr>
          <a:xfrm>
            <a:off x="5185645" y="2003534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dirty="0"/>
              <a:t>1</a:t>
            </a:r>
            <a:endParaRPr lang="en-US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94EAB0C-A14F-B67E-4349-E31A2A34F321}"/>
              </a:ext>
            </a:extLst>
          </p:cNvPr>
          <p:cNvCxnSpPr>
            <a:cxnSpLocks/>
          </p:cNvCxnSpPr>
          <p:nvPr/>
        </p:nvCxnSpPr>
        <p:spPr>
          <a:xfrm rot="10800000">
            <a:off x="1610613" y="878611"/>
            <a:ext cx="1585260" cy="417897"/>
          </a:xfrm>
          <a:prstGeom prst="bentConnector3">
            <a:avLst>
              <a:gd name="adj1" fmla="val -25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88956E8-6CCD-A8E9-7746-C5A1EF29693E}"/>
              </a:ext>
            </a:extLst>
          </p:cNvPr>
          <p:cNvSpPr txBox="1"/>
          <p:nvPr/>
        </p:nvSpPr>
        <p:spPr>
          <a:xfrm>
            <a:off x="1836578" y="620663"/>
            <a:ext cx="12041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ข้อมูลผลสมัครสมาชิก</a:t>
            </a:r>
            <a:endParaRPr lang="en-US" sz="14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7834F21-9AA5-9939-5571-5E5DB6940664}"/>
              </a:ext>
            </a:extLst>
          </p:cNvPr>
          <p:cNvSpPr/>
          <p:nvPr/>
        </p:nvSpPr>
        <p:spPr>
          <a:xfrm>
            <a:off x="3050732" y="2843416"/>
            <a:ext cx="1103563" cy="9952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การจัดข้อมูล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0CA814F-14B2-3A8A-2B6C-4B98A3730775}"/>
              </a:ext>
            </a:extLst>
          </p:cNvPr>
          <p:cNvCxnSpPr/>
          <p:nvPr/>
        </p:nvCxnSpPr>
        <p:spPr>
          <a:xfrm>
            <a:off x="3061050" y="3123444"/>
            <a:ext cx="1095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B5ADC77-7ABB-FFCA-BA8E-3ACED3929026}"/>
              </a:ext>
            </a:extLst>
          </p:cNvPr>
          <p:cNvSpPr txBox="1"/>
          <p:nvPr/>
        </p:nvSpPr>
        <p:spPr>
          <a:xfrm>
            <a:off x="3367889" y="2824679"/>
            <a:ext cx="62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2.0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A322D8-61B5-69D2-B508-BC5A10026CAA}"/>
              </a:ext>
            </a:extLst>
          </p:cNvPr>
          <p:cNvSpPr txBox="1"/>
          <p:nvPr/>
        </p:nvSpPr>
        <p:spPr>
          <a:xfrm>
            <a:off x="4104751" y="1766482"/>
            <a:ext cx="109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ข้อมูลสมัครสมาชิก</a:t>
            </a:r>
            <a:endParaRPr lang="en-US" sz="14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E615293-BC8C-5E77-C75F-7E26707C60C3}"/>
              </a:ext>
            </a:extLst>
          </p:cNvPr>
          <p:cNvCxnSpPr/>
          <p:nvPr/>
        </p:nvCxnSpPr>
        <p:spPr>
          <a:xfrm>
            <a:off x="4164965" y="2050590"/>
            <a:ext cx="9596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4FD1801-963C-69E6-ECB9-425DBC02BF06}"/>
              </a:ext>
            </a:extLst>
          </p:cNvPr>
          <p:cNvSpPr txBox="1"/>
          <p:nvPr/>
        </p:nvSpPr>
        <p:spPr>
          <a:xfrm>
            <a:off x="4463359" y="2717064"/>
            <a:ext cx="109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ข้อมูลผู้ใช้</a:t>
            </a:r>
            <a:endParaRPr lang="en-US" sz="1400" dirty="0"/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D0A2CE36-0AC8-FB34-57DB-4EF0FA0CF6E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64967" y="2455561"/>
            <a:ext cx="1204382" cy="523006"/>
          </a:xfrm>
          <a:prstGeom prst="bentConnector3">
            <a:avLst>
              <a:gd name="adj1" fmla="val -36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6B911CE3-21F7-1566-1E21-D0EF02F2A1A9}"/>
              </a:ext>
            </a:extLst>
          </p:cNvPr>
          <p:cNvSpPr/>
          <p:nvPr/>
        </p:nvSpPr>
        <p:spPr>
          <a:xfrm>
            <a:off x="574251" y="2697931"/>
            <a:ext cx="914400" cy="4255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ผู้ใช้</a:t>
            </a:r>
            <a:endParaRPr lang="en-US" dirty="0"/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21905B47-AAB6-A0F9-5A96-33BA9F86383C}"/>
              </a:ext>
            </a:extLst>
          </p:cNvPr>
          <p:cNvCxnSpPr>
            <a:cxnSpLocks/>
          </p:cNvCxnSpPr>
          <p:nvPr/>
        </p:nvCxnSpPr>
        <p:spPr>
          <a:xfrm>
            <a:off x="1255566" y="3208972"/>
            <a:ext cx="1722651" cy="145124"/>
          </a:xfrm>
          <a:prstGeom prst="bentConnector3">
            <a:avLst>
              <a:gd name="adj1" fmla="val 7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7049F3D-6CA8-B614-9DC8-ED845D23AD2A}"/>
              </a:ext>
            </a:extLst>
          </p:cNvPr>
          <p:cNvSpPr txBox="1"/>
          <p:nvPr/>
        </p:nvSpPr>
        <p:spPr>
          <a:xfrm>
            <a:off x="1207658" y="3104214"/>
            <a:ext cx="1853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ข้อมูลการตั้งวันเวลาที่ต้องการให้แจ้งเตือน</a:t>
            </a:r>
            <a:endParaRPr lang="en-US" sz="1200" dirty="0"/>
          </a:p>
        </p:txBody>
      </p:sp>
      <p:graphicFrame>
        <p:nvGraphicFramePr>
          <p:cNvPr id="110" name="Table 19">
            <a:extLst>
              <a:ext uri="{FF2B5EF4-FFF2-40B4-BE49-F238E27FC236}">
                <a16:creationId xmlns:a16="http://schemas.microsoft.com/office/drawing/2014/main" id="{E4C6B472-8847-95FB-DADD-EE2CD93B0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028641"/>
              </p:ext>
            </p:extLst>
          </p:nvPr>
        </p:nvGraphicFramePr>
        <p:xfrm>
          <a:off x="4904027" y="4585077"/>
          <a:ext cx="1611517" cy="307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0537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1210980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07776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ข้อมูลวันเวลาแจ้งเตือน</a:t>
                      </a:r>
                      <a:endParaRPr lang="en-US" sz="12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111" name="TextBox 110">
            <a:extLst>
              <a:ext uri="{FF2B5EF4-FFF2-40B4-BE49-F238E27FC236}">
                <a16:creationId xmlns:a16="http://schemas.microsoft.com/office/drawing/2014/main" id="{0573F66A-9563-32A8-2163-9F8FCC39425D}"/>
              </a:ext>
            </a:extLst>
          </p:cNvPr>
          <p:cNvSpPr txBox="1"/>
          <p:nvPr/>
        </p:nvSpPr>
        <p:spPr>
          <a:xfrm>
            <a:off x="4964953" y="4587592"/>
            <a:ext cx="327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endParaRPr lang="en-US" sz="1400" dirty="0"/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3B42226F-1B03-957C-63C0-15E4B1076E5E}"/>
              </a:ext>
            </a:extLst>
          </p:cNvPr>
          <p:cNvCxnSpPr>
            <a:cxnSpLocks/>
          </p:cNvCxnSpPr>
          <p:nvPr/>
        </p:nvCxnSpPr>
        <p:spPr>
          <a:xfrm>
            <a:off x="4164965" y="3240071"/>
            <a:ext cx="2248267" cy="1260113"/>
          </a:xfrm>
          <a:prstGeom prst="bentConnector3">
            <a:avLst>
              <a:gd name="adj1" fmla="val 9993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7AE3A6E3-6E69-7EB1-1696-B19E1D8BCF95}"/>
              </a:ext>
            </a:extLst>
          </p:cNvPr>
          <p:cNvSpPr txBox="1"/>
          <p:nvPr/>
        </p:nvSpPr>
        <p:spPr>
          <a:xfrm>
            <a:off x="4181411" y="2998774"/>
            <a:ext cx="343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ข้อมูลการตั้งวันเวลาที่ต้องการให้แจ้งเตือน</a:t>
            </a:r>
            <a:endParaRPr lang="en-US" sz="1400" dirty="0"/>
          </a:p>
        </p:txBody>
      </p: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E00B67E7-1084-3A97-7D05-E314E8AD82A6}"/>
              </a:ext>
            </a:extLst>
          </p:cNvPr>
          <p:cNvCxnSpPr/>
          <p:nvPr/>
        </p:nvCxnSpPr>
        <p:spPr>
          <a:xfrm>
            <a:off x="1054271" y="3208972"/>
            <a:ext cx="1946766" cy="403361"/>
          </a:xfrm>
          <a:prstGeom prst="bentConnector3">
            <a:avLst>
              <a:gd name="adj1" fmla="val -69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F04CF9E5-0F53-6106-E32C-BA0E5B540C0A}"/>
              </a:ext>
            </a:extLst>
          </p:cNvPr>
          <p:cNvSpPr txBox="1"/>
          <p:nvPr/>
        </p:nvSpPr>
        <p:spPr>
          <a:xfrm>
            <a:off x="1299778" y="3352470"/>
            <a:ext cx="2484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ข้อมูลเนื้อหากำหนดการ</a:t>
            </a:r>
            <a:endParaRPr lang="en-US" sz="1400" dirty="0"/>
          </a:p>
        </p:txBody>
      </p:sp>
      <p:graphicFrame>
        <p:nvGraphicFramePr>
          <p:cNvPr id="131" name="Table 19">
            <a:extLst>
              <a:ext uri="{FF2B5EF4-FFF2-40B4-BE49-F238E27FC236}">
                <a16:creationId xmlns:a16="http://schemas.microsoft.com/office/drawing/2014/main" id="{D7599157-302A-CE78-BABB-9AAF4A310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754877"/>
              </p:ext>
            </p:extLst>
          </p:nvPr>
        </p:nvGraphicFramePr>
        <p:xfrm>
          <a:off x="4652486" y="4151839"/>
          <a:ext cx="1611517" cy="307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0537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1210980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07776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</a:t>
                      </a:r>
                      <a:r>
                        <a:rPr lang="th-TH" sz="1200" dirty="0">
                          <a:solidFill>
                            <a:srgbClr val="000000"/>
                          </a:solidFill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เนื้อหากำหนดการ</a:t>
                      </a:r>
                      <a:endParaRPr lang="en-US" sz="12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D31EAA6A-2D89-2D0B-C669-72795035B646}"/>
              </a:ext>
            </a:extLst>
          </p:cNvPr>
          <p:cNvSpPr txBox="1"/>
          <p:nvPr/>
        </p:nvSpPr>
        <p:spPr>
          <a:xfrm>
            <a:off x="4644798" y="4180928"/>
            <a:ext cx="327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endParaRPr lang="en-US" sz="1400" dirty="0"/>
          </a:p>
        </p:txBody>
      </p: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DEA89B1E-389A-8C90-07F6-C6598587B9CF}"/>
              </a:ext>
            </a:extLst>
          </p:cNvPr>
          <p:cNvCxnSpPr>
            <a:cxnSpLocks/>
          </p:cNvCxnSpPr>
          <p:nvPr/>
        </p:nvCxnSpPr>
        <p:spPr>
          <a:xfrm>
            <a:off x="4255129" y="3455514"/>
            <a:ext cx="1892174" cy="637469"/>
          </a:xfrm>
          <a:prstGeom prst="bentConnector3">
            <a:avLst>
              <a:gd name="adj1" fmla="val 10023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1FFB92A3-7395-300A-6D11-F70E19662EC6}"/>
              </a:ext>
            </a:extLst>
          </p:cNvPr>
          <p:cNvSpPr txBox="1"/>
          <p:nvPr/>
        </p:nvSpPr>
        <p:spPr>
          <a:xfrm>
            <a:off x="4358363" y="3222778"/>
            <a:ext cx="2484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ข้อมูลเนื้อหากำหนดการ</a:t>
            </a:r>
            <a:endParaRPr lang="en-US" sz="1400" dirty="0"/>
          </a:p>
        </p:txBody>
      </p: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53C8825E-D14B-6C78-A8D0-1D19EBC20D2A}"/>
              </a:ext>
            </a:extLst>
          </p:cNvPr>
          <p:cNvCxnSpPr>
            <a:cxnSpLocks/>
          </p:cNvCxnSpPr>
          <p:nvPr/>
        </p:nvCxnSpPr>
        <p:spPr>
          <a:xfrm>
            <a:off x="869874" y="3201234"/>
            <a:ext cx="2142573" cy="629915"/>
          </a:xfrm>
          <a:prstGeom prst="bentConnector3">
            <a:avLst>
              <a:gd name="adj1" fmla="val 13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E9B1CE27-33B0-9378-FDEF-C71DBB5AAE53}"/>
              </a:ext>
            </a:extLst>
          </p:cNvPr>
          <p:cNvSpPr txBox="1"/>
          <p:nvPr/>
        </p:nvSpPr>
        <p:spPr>
          <a:xfrm>
            <a:off x="1280501" y="3574739"/>
            <a:ext cx="2484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ข้อมูลประเภทการแจ้งเตือน</a:t>
            </a:r>
            <a:endParaRPr lang="en-US" sz="1400" dirty="0"/>
          </a:p>
        </p:txBody>
      </p:sp>
      <p:graphicFrame>
        <p:nvGraphicFramePr>
          <p:cNvPr id="151" name="Table 19">
            <a:extLst>
              <a:ext uri="{FF2B5EF4-FFF2-40B4-BE49-F238E27FC236}">
                <a16:creationId xmlns:a16="http://schemas.microsoft.com/office/drawing/2014/main" id="{EF512C64-2C82-4E78-346B-F966770A5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525341"/>
              </p:ext>
            </p:extLst>
          </p:nvPr>
        </p:nvGraphicFramePr>
        <p:xfrm>
          <a:off x="4386775" y="3771852"/>
          <a:ext cx="1688100" cy="307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182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1362918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07776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000000"/>
                          </a:solidFill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ข้อมูลประเภทการแจ้งเตือน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152" name="TextBox 151">
            <a:extLst>
              <a:ext uri="{FF2B5EF4-FFF2-40B4-BE49-F238E27FC236}">
                <a16:creationId xmlns:a16="http://schemas.microsoft.com/office/drawing/2014/main" id="{E7B7AB68-4711-093A-0772-E5BA1690E2A3}"/>
              </a:ext>
            </a:extLst>
          </p:cNvPr>
          <p:cNvSpPr txBox="1"/>
          <p:nvPr/>
        </p:nvSpPr>
        <p:spPr>
          <a:xfrm>
            <a:off x="4386775" y="3772389"/>
            <a:ext cx="327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  <a:endParaRPr lang="en-US" sz="1400" dirty="0"/>
          </a:p>
        </p:txBody>
      </p: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D4994B3B-D192-319B-45DB-F79A9AFF1D55}"/>
              </a:ext>
            </a:extLst>
          </p:cNvPr>
          <p:cNvCxnSpPr>
            <a:cxnSpLocks/>
          </p:cNvCxnSpPr>
          <p:nvPr/>
        </p:nvCxnSpPr>
        <p:spPr>
          <a:xfrm>
            <a:off x="4206526" y="3628404"/>
            <a:ext cx="1456014" cy="93394"/>
          </a:xfrm>
          <a:prstGeom prst="bentConnector3">
            <a:avLst>
              <a:gd name="adj1" fmla="val 10036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08D5D8B1-70B3-B4D7-9F46-E53D3D372367}"/>
              </a:ext>
            </a:extLst>
          </p:cNvPr>
          <p:cNvSpPr txBox="1"/>
          <p:nvPr/>
        </p:nvSpPr>
        <p:spPr>
          <a:xfrm>
            <a:off x="4266243" y="3418744"/>
            <a:ext cx="248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ข้อมูลประเภทการแจ้งเตือน</a:t>
            </a:r>
            <a:endParaRPr lang="en-US" sz="1200" dirty="0"/>
          </a:p>
        </p:txBody>
      </p: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381C2EB0-2574-A843-C472-12BFA92AE8BA}"/>
              </a:ext>
            </a:extLst>
          </p:cNvPr>
          <p:cNvCxnSpPr>
            <a:cxnSpLocks/>
          </p:cNvCxnSpPr>
          <p:nvPr/>
        </p:nvCxnSpPr>
        <p:spPr>
          <a:xfrm>
            <a:off x="710697" y="3220464"/>
            <a:ext cx="2309890" cy="790236"/>
          </a:xfrm>
          <a:prstGeom prst="bentConnector3">
            <a:avLst>
              <a:gd name="adj1" fmla="val -16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5FD37EFD-6B2F-0E6C-17AB-819753D7C6BA}"/>
              </a:ext>
            </a:extLst>
          </p:cNvPr>
          <p:cNvSpPr txBox="1"/>
          <p:nvPr/>
        </p:nvSpPr>
        <p:spPr>
          <a:xfrm>
            <a:off x="908485" y="3797007"/>
            <a:ext cx="3724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ข้อมูลการแก้ไขข้อมูลในการแจ้งเตือนแบบกลุ่ม</a:t>
            </a:r>
            <a:endParaRPr lang="en-US" sz="1200" dirty="0"/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593E4AC7-EB8C-9AE7-3571-28FE95B7BDE9}"/>
              </a:ext>
            </a:extLst>
          </p:cNvPr>
          <p:cNvCxnSpPr>
            <a:cxnSpLocks/>
          </p:cNvCxnSpPr>
          <p:nvPr/>
        </p:nvCxnSpPr>
        <p:spPr>
          <a:xfrm>
            <a:off x="601685" y="3215488"/>
            <a:ext cx="2546878" cy="1036431"/>
          </a:xfrm>
          <a:prstGeom prst="bentConnector3">
            <a:avLst>
              <a:gd name="adj1" fmla="val -12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57DB381E-7F9C-3EC7-60A3-06A3027E4631}"/>
              </a:ext>
            </a:extLst>
          </p:cNvPr>
          <p:cNvCxnSpPr>
            <a:cxnSpLocks/>
          </p:cNvCxnSpPr>
          <p:nvPr/>
        </p:nvCxnSpPr>
        <p:spPr>
          <a:xfrm flipV="1">
            <a:off x="3137467" y="4015648"/>
            <a:ext cx="0" cy="236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9B6B9114-B949-3D0B-C924-E21C7D28783F}"/>
              </a:ext>
            </a:extLst>
          </p:cNvPr>
          <p:cNvSpPr txBox="1"/>
          <p:nvPr/>
        </p:nvSpPr>
        <p:spPr>
          <a:xfrm>
            <a:off x="1171992" y="3987759"/>
            <a:ext cx="1329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คำร้องขอแก้ไขข้อมูล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1E205589-A259-A34F-0F86-017221B295E4}"/>
              </a:ext>
            </a:extLst>
          </p:cNvPr>
          <p:cNvSpPr/>
          <p:nvPr/>
        </p:nvSpPr>
        <p:spPr>
          <a:xfrm>
            <a:off x="2978217" y="4848783"/>
            <a:ext cx="1095470" cy="9958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การจัดการข้อมูลผู้ใช้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28748E8-3FE0-A82A-1BC5-037CF232B88F}"/>
              </a:ext>
            </a:extLst>
          </p:cNvPr>
          <p:cNvSpPr txBox="1"/>
          <p:nvPr/>
        </p:nvSpPr>
        <p:spPr>
          <a:xfrm>
            <a:off x="3367517" y="4818656"/>
            <a:ext cx="62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3.0</a:t>
            </a:r>
            <a:endParaRPr lang="en-US" dirty="0"/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936F1D25-01EB-E113-08DD-707C2EA7D1E0}"/>
              </a:ext>
            </a:extLst>
          </p:cNvPr>
          <p:cNvCxnSpPr/>
          <p:nvPr/>
        </p:nvCxnSpPr>
        <p:spPr>
          <a:xfrm>
            <a:off x="2978217" y="5122753"/>
            <a:ext cx="1095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AB67B62C-86EB-0D03-39A2-43B2DDA4456A}"/>
              </a:ext>
            </a:extLst>
          </p:cNvPr>
          <p:cNvSpPr/>
          <p:nvPr/>
        </p:nvSpPr>
        <p:spPr>
          <a:xfrm>
            <a:off x="760616" y="5069280"/>
            <a:ext cx="849997" cy="382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ผู้ดูแลระบบ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94" name="Connector: Elbow 193">
            <a:extLst>
              <a:ext uri="{FF2B5EF4-FFF2-40B4-BE49-F238E27FC236}">
                <a16:creationId xmlns:a16="http://schemas.microsoft.com/office/drawing/2014/main" id="{52F450D9-BAD1-2100-D982-0706683B9395}"/>
              </a:ext>
            </a:extLst>
          </p:cNvPr>
          <p:cNvCxnSpPr>
            <a:cxnSpLocks/>
          </p:cNvCxnSpPr>
          <p:nvPr/>
        </p:nvCxnSpPr>
        <p:spPr>
          <a:xfrm>
            <a:off x="1031451" y="5565127"/>
            <a:ext cx="1865657" cy="179551"/>
          </a:xfrm>
          <a:prstGeom prst="bentConnector3">
            <a:avLst>
              <a:gd name="adj1" fmla="val 1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4969D546-9AA6-0F12-0162-936DD0DE0B0A}"/>
              </a:ext>
            </a:extLst>
          </p:cNvPr>
          <p:cNvSpPr txBox="1"/>
          <p:nvPr/>
        </p:nvSpPr>
        <p:spPr>
          <a:xfrm>
            <a:off x="1039202" y="5524097"/>
            <a:ext cx="18694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1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ข้อมูลการกำหนดสิทธิ์ในการเข้าใช้งานของผู้ใช้</a:t>
            </a:r>
            <a:endParaRPr lang="en-US" sz="1100" dirty="0"/>
          </a:p>
        </p:txBody>
      </p: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5AD253B1-0135-FABE-1A46-3D1C04A0E374}"/>
              </a:ext>
            </a:extLst>
          </p:cNvPr>
          <p:cNvCxnSpPr>
            <a:cxnSpLocks/>
          </p:cNvCxnSpPr>
          <p:nvPr/>
        </p:nvCxnSpPr>
        <p:spPr>
          <a:xfrm>
            <a:off x="869874" y="5565127"/>
            <a:ext cx="2278689" cy="530873"/>
          </a:xfrm>
          <a:prstGeom prst="bentConnector3">
            <a:avLst>
              <a:gd name="adj1" fmla="val -45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34C4B39A-B585-A99A-A020-A3323DFB6459}"/>
              </a:ext>
            </a:extLst>
          </p:cNvPr>
          <p:cNvCxnSpPr>
            <a:cxnSpLocks/>
          </p:cNvCxnSpPr>
          <p:nvPr/>
        </p:nvCxnSpPr>
        <p:spPr>
          <a:xfrm flipV="1">
            <a:off x="3130040" y="5920966"/>
            <a:ext cx="0" cy="176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6C16A1D3-16A4-172B-24D6-70BA915ECFB5}"/>
              </a:ext>
            </a:extLst>
          </p:cNvPr>
          <p:cNvSpPr txBox="1"/>
          <p:nvPr/>
        </p:nvSpPr>
        <p:spPr>
          <a:xfrm>
            <a:off x="961045" y="5810250"/>
            <a:ext cx="2884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ข้อมูลการแก้ไขข้อมูลส่วนตัวของผู้ใช้งาน</a:t>
            </a:r>
            <a:endParaRPr lang="en-US" sz="1400" dirty="0"/>
          </a:p>
        </p:txBody>
      </p: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CFD6104D-169B-0F16-41EC-5C489F17BD04}"/>
              </a:ext>
            </a:extLst>
          </p:cNvPr>
          <p:cNvCxnSpPr>
            <a:cxnSpLocks/>
          </p:cNvCxnSpPr>
          <p:nvPr/>
        </p:nvCxnSpPr>
        <p:spPr>
          <a:xfrm rot="5400000">
            <a:off x="3846966" y="2719492"/>
            <a:ext cx="3151084" cy="2312527"/>
          </a:xfrm>
          <a:prstGeom prst="bentConnector3">
            <a:avLst>
              <a:gd name="adj1" fmla="val 10028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787973B2-D03C-C1DE-2CA2-C387A9D7346B}"/>
              </a:ext>
            </a:extLst>
          </p:cNvPr>
          <p:cNvSpPr txBox="1"/>
          <p:nvPr/>
        </p:nvSpPr>
        <p:spPr>
          <a:xfrm>
            <a:off x="4950447" y="5187988"/>
            <a:ext cx="109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ข้อมูลผู้ใช้</a:t>
            </a:r>
            <a:endParaRPr lang="en-US" sz="1400" dirty="0"/>
          </a:p>
        </p:txBody>
      </p: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9258E28F-3D93-D80B-A7C5-FF4A5545B7DF}"/>
              </a:ext>
            </a:extLst>
          </p:cNvPr>
          <p:cNvSpPr/>
          <p:nvPr/>
        </p:nvSpPr>
        <p:spPr>
          <a:xfrm>
            <a:off x="3001037" y="6565957"/>
            <a:ext cx="1095470" cy="9958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รายงาน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7FD232F7-FD73-9464-0763-E09477892011}"/>
              </a:ext>
            </a:extLst>
          </p:cNvPr>
          <p:cNvSpPr txBox="1"/>
          <p:nvPr/>
        </p:nvSpPr>
        <p:spPr>
          <a:xfrm>
            <a:off x="3344419" y="6532160"/>
            <a:ext cx="62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4.0</a:t>
            </a:r>
            <a:endParaRPr lang="en-US" dirty="0"/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CF1E25DB-2F74-CA2C-B3B0-2D9E3C36F349}"/>
              </a:ext>
            </a:extLst>
          </p:cNvPr>
          <p:cNvCxnSpPr/>
          <p:nvPr/>
        </p:nvCxnSpPr>
        <p:spPr>
          <a:xfrm>
            <a:off x="3001037" y="6839927"/>
            <a:ext cx="1095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E929DB11-3BE4-9795-F0E0-43FECD5E6A23}"/>
              </a:ext>
            </a:extLst>
          </p:cNvPr>
          <p:cNvCxnSpPr/>
          <p:nvPr/>
        </p:nvCxnSpPr>
        <p:spPr>
          <a:xfrm>
            <a:off x="6413232" y="2300211"/>
            <a:ext cx="1655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6" name="Connector: Elbow 235">
            <a:extLst>
              <a:ext uri="{FF2B5EF4-FFF2-40B4-BE49-F238E27FC236}">
                <a16:creationId xmlns:a16="http://schemas.microsoft.com/office/drawing/2014/main" id="{14ED0BEF-F778-83FF-B925-013603391349}"/>
              </a:ext>
            </a:extLst>
          </p:cNvPr>
          <p:cNvCxnSpPr>
            <a:cxnSpLocks/>
          </p:cNvCxnSpPr>
          <p:nvPr/>
        </p:nvCxnSpPr>
        <p:spPr>
          <a:xfrm rot="5400000">
            <a:off x="3203263" y="3271862"/>
            <a:ext cx="4691488" cy="2444646"/>
          </a:xfrm>
          <a:prstGeom prst="bentConnector3">
            <a:avLst>
              <a:gd name="adj1" fmla="val 10017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273FC9FC-BB19-2F4E-9AF9-36D5C83428C3}"/>
              </a:ext>
            </a:extLst>
          </p:cNvPr>
          <p:cNvCxnSpPr>
            <a:cxnSpLocks/>
          </p:cNvCxnSpPr>
          <p:nvPr/>
        </p:nvCxnSpPr>
        <p:spPr>
          <a:xfrm>
            <a:off x="6527549" y="2127564"/>
            <a:ext cx="243781" cy="18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49D3FFE7-437A-BC81-25B6-9E205C0B8A16}"/>
              </a:ext>
            </a:extLst>
          </p:cNvPr>
          <p:cNvSpPr txBox="1"/>
          <p:nvPr/>
        </p:nvSpPr>
        <p:spPr>
          <a:xfrm>
            <a:off x="4934533" y="6490266"/>
            <a:ext cx="109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ข้อมูลผู้ใช้</a:t>
            </a:r>
            <a:endParaRPr lang="en-US" sz="1400" dirty="0"/>
          </a:p>
        </p:txBody>
      </p:sp>
      <p:graphicFrame>
        <p:nvGraphicFramePr>
          <p:cNvPr id="247" name="Table 19">
            <a:extLst>
              <a:ext uri="{FF2B5EF4-FFF2-40B4-BE49-F238E27FC236}">
                <a16:creationId xmlns:a16="http://schemas.microsoft.com/office/drawing/2014/main" id="{A69526E8-8256-3C59-5195-42242D7EB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262995"/>
              </p:ext>
            </p:extLst>
          </p:nvPr>
        </p:nvGraphicFramePr>
        <p:xfrm>
          <a:off x="4976958" y="7465837"/>
          <a:ext cx="1550591" cy="307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394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1165197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07776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ข้อมูลวันเวลาแจ้งเตือน</a:t>
                      </a:r>
                      <a:endParaRPr lang="en-US" sz="12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248" name="TextBox 247">
            <a:extLst>
              <a:ext uri="{FF2B5EF4-FFF2-40B4-BE49-F238E27FC236}">
                <a16:creationId xmlns:a16="http://schemas.microsoft.com/office/drawing/2014/main" id="{2DB918CD-9A2B-A39D-E557-8DADF9FAD9BF}"/>
              </a:ext>
            </a:extLst>
          </p:cNvPr>
          <p:cNvSpPr txBox="1"/>
          <p:nvPr/>
        </p:nvSpPr>
        <p:spPr>
          <a:xfrm>
            <a:off x="4981744" y="7468352"/>
            <a:ext cx="378647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endParaRPr lang="en-US" sz="1400" dirty="0"/>
          </a:p>
        </p:txBody>
      </p:sp>
      <p:graphicFrame>
        <p:nvGraphicFramePr>
          <p:cNvPr id="249" name="Table 19">
            <a:extLst>
              <a:ext uri="{FF2B5EF4-FFF2-40B4-BE49-F238E27FC236}">
                <a16:creationId xmlns:a16="http://schemas.microsoft.com/office/drawing/2014/main" id="{3177A8B1-30CB-4EF1-81FF-517A22E16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350024"/>
              </p:ext>
            </p:extLst>
          </p:nvPr>
        </p:nvGraphicFramePr>
        <p:xfrm>
          <a:off x="4941744" y="8102988"/>
          <a:ext cx="1611517" cy="307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0537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1210980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07776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</a:t>
                      </a:r>
                      <a:r>
                        <a:rPr lang="th-TH" sz="1200" dirty="0">
                          <a:solidFill>
                            <a:srgbClr val="000000"/>
                          </a:solidFill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เนื้อหากำหนดการ</a:t>
                      </a:r>
                      <a:endParaRPr lang="en-US" sz="12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250" name="TextBox 249">
            <a:extLst>
              <a:ext uri="{FF2B5EF4-FFF2-40B4-BE49-F238E27FC236}">
                <a16:creationId xmlns:a16="http://schemas.microsoft.com/office/drawing/2014/main" id="{B27CE47A-EBE1-7FFF-0A7A-380F459E675C}"/>
              </a:ext>
            </a:extLst>
          </p:cNvPr>
          <p:cNvSpPr txBox="1"/>
          <p:nvPr/>
        </p:nvSpPr>
        <p:spPr>
          <a:xfrm>
            <a:off x="4941744" y="8105503"/>
            <a:ext cx="388260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endParaRPr lang="en-US" sz="1400" dirty="0"/>
          </a:p>
        </p:txBody>
      </p:sp>
      <p:graphicFrame>
        <p:nvGraphicFramePr>
          <p:cNvPr id="251" name="Table 19">
            <a:extLst>
              <a:ext uri="{FF2B5EF4-FFF2-40B4-BE49-F238E27FC236}">
                <a16:creationId xmlns:a16="http://schemas.microsoft.com/office/drawing/2014/main" id="{46F03493-E623-99D5-3CD2-3C81A44B7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365357"/>
              </p:ext>
            </p:extLst>
          </p:nvPr>
        </p:nvGraphicFramePr>
        <p:xfrm>
          <a:off x="4919705" y="8737623"/>
          <a:ext cx="1786063" cy="307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920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1342143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07776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000000"/>
                          </a:solidFill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ข้อมูลประเภทการแจ้งเตือน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252" name="TextBox 251">
            <a:extLst>
              <a:ext uri="{FF2B5EF4-FFF2-40B4-BE49-F238E27FC236}">
                <a16:creationId xmlns:a16="http://schemas.microsoft.com/office/drawing/2014/main" id="{8B8EC010-C725-90C5-9EEE-5E63F715D0FA}"/>
              </a:ext>
            </a:extLst>
          </p:cNvPr>
          <p:cNvSpPr txBox="1"/>
          <p:nvPr/>
        </p:nvSpPr>
        <p:spPr>
          <a:xfrm>
            <a:off x="4907224" y="8737623"/>
            <a:ext cx="434816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  <a:endParaRPr lang="en-US" sz="1400" dirty="0"/>
          </a:p>
        </p:txBody>
      </p:sp>
      <p:cxnSp>
        <p:nvCxnSpPr>
          <p:cNvPr id="256" name="Connector: Elbow 255">
            <a:extLst>
              <a:ext uri="{FF2B5EF4-FFF2-40B4-BE49-F238E27FC236}">
                <a16:creationId xmlns:a16="http://schemas.microsoft.com/office/drawing/2014/main" id="{6414952D-BFA5-4B96-732B-D8E2F68E48BF}"/>
              </a:ext>
            </a:extLst>
          </p:cNvPr>
          <p:cNvCxnSpPr>
            <a:cxnSpLocks/>
          </p:cNvCxnSpPr>
          <p:nvPr/>
        </p:nvCxnSpPr>
        <p:spPr>
          <a:xfrm rot="10800000">
            <a:off x="4358365" y="7152240"/>
            <a:ext cx="1988114" cy="225204"/>
          </a:xfrm>
          <a:prstGeom prst="bentConnector3">
            <a:avLst>
              <a:gd name="adj1" fmla="val -9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83F4CC2-9F95-F4DE-AB69-038539580008}"/>
              </a:ext>
            </a:extLst>
          </p:cNvPr>
          <p:cNvSpPr txBox="1"/>
          <p:nvPr/>
        </p:nvSpPr>
        <p:spPr>
          <a:xfrm>
            <a:off x="3465858" y="6898785"/>
            <a:ext cx="3806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ข้อมูลวันเวลาแจ้งเตือน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262" name="Connector: Elbow 261">
            <a:extLst>
              <a:ext uri="{FF2B5EF4-FFF2-40B4-BE49-F238E27FC236}">
                <a16:creationId xmlns:a16="http://schemas.microsoft.com/office/drawing/2014/main" id="{51E3026F-BCA8-F40D-258F-EF3C3A43A93A}"/>
              </a:ext>
            </a:extLst>
          </p:cNvPr>
          <p:cNvCxnSpPr>
            <a:cxnSpLocks/>
          </p:cNvCxnSpPr>
          <p:nvPr/>
        </p:nvCxnSpPr>
        <p:spPr>
          <a:xfrm rot="10800000">
            <a:off x="3795491" y="7709249"/>
            <a:ext cx="1012975" cy="534016"/>
          </a:xfrm>
          <a:prstGeom prst="bentConnector3">
            <a:avLst>
              <a:gd name="adj1" fmla="val 10005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84EF671F-600E-68B1-3D2B-0F048E5B8F63}"/>
              </a:ext>
            </a:extLst>
          </p:cNvPr>
          <p:cNvSpPr txBox="1"/>
          <p:nvPr/>
        </p:nvSpPr>
        <p:spPr>
          <a:xfrm>
            <a:off x="2428617" y="7979877"/>
            <a:ext cx="3806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</a:t>
            </a:r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เนื้อหากำหนดการ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271" name="Connector: Elbow 270">
            <a:extLst>
              <a:ext uri="{FF2B5EF4-FFF2-40B4-BE49-F238E27FC236}">
                <a16:creationId xmlns:a16="http://schemas.microsoft.com/office/drawing/2014/main" id="{12F4CE89-2A20-53B2-4B9E-2E47D6F7B3C6}"/>
              </a:ext>
            </a:extLst>
          </p:cNvPr>
          <p:cNvCxnSpPr>
            <a:cxnSpLocks/>
          </p:cNvCxnSpPr>
          <p:nvPr/>
        </p:nvCxnSpPr>
        <p:spPr>
          <a:xfrm rot="10800000">
            <a:off x="3465858" y="7754960"/>
            <a:ext cx="1367314" cy="1114792"/>
          </a:xfrm>
          <a:prstGeom prst="bentConnector3">
            <a:avLst>
              <a:gd name="adj1" fmla="val 10032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6" name="TextBox 275">
            <a:extLst>
              <a:ext uri="{FF2B5EF4-FFF2-40B4-BE49-F238E27FC236}">
                <a16:creationId xmlns:a16="http://schemas.microsoft.com/office/drawing/2014/main" id="{FCD56600-47C4-5316-6F2D-F3F918F64EB0}"/>
              </a:ext>
            </a:extLst>
          </p:cNvPr>
          <p:cNvSpPr txBox="1"/>
          <p:nvPr/>
        </p:nvSpPr>
        <p:spPr>
          <a:xfrm>
            <a:off x="3544059" y="8609889"/>
            <a:ext cx="3806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ข้อมูลประเภทการแจ้งเตือน</a:t>
            </a:r>
            <a:endParaRPr lang="en-US" sz="1200" dirty="0"/>
          </a:p>
        </p:txBody>
      </p:sp>
      <p:cxnSp>
        <p:nvCxnSpPr>
          <p:cNvPr id="279" name="Connector: Elbow 278">
            <a:extLst>
              <a:ext uri="{FF2B5EF4-FFF2-40B4-BE49-F238E27FC236}">
                <a16:creationId xmlns:a16="http://schemas.microsoft.com/office/drawing/2014/main" id="{208F507B-5E99-01EE-3A40-C52C0943492E}"/>
              </a:ext>
            </a:extLst>
          </p:cNvPr>
          <p:cNvCxnSpPr>
            <a:cxnSpLocks/>
          </p:cNvCxnSpPr>
          <p:nvPr/>
        </p:nvCxnSpPr>
        <p:spPr>
          <a:xfrm rot="16200000" flipH="1">
            <a:off x="-553410" y="3672526"/>
            <a:ext cx="4210591" cy="2664334"/>
          </a:xfrm>
          <a:prstGeom prst="bentConnector3">
            <a:avLst>
              <a:gd name="adj1" fmla="val 9988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158DC12C-A29D-5AD5-EB99-70E216497396}"/>
              </a:ext>
            </a:extLst>
          </p:cNvPr>
          <p:cNvCxnSpPr>
            <a:cxnSpLocks/>
          </p:cNvCxnSpPr>
          <p:nvPr/>
        </p:nvCxnSpPr>
        <p:spPr>
          <a:xfrm>
            <a:off x="219718" y="2899397"/>
            <a:ext cx="2691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A65FD057-0C11-0D1B-F332-AC583EC93F68}"/>
              </a:ext>
            </a:extLst>
          </p:cNvPr>
          <p:cNvSpPr txBox="1"/>
          <p:nvPr/>
        </p:nvSpPr>
        <p:spPr>
          <a:xfrm>
            <a:off x="634090" y="6740289"/>
            <a:ext cx="17091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600" dirty="0"/>
              <a:t>ผลการแจ้งเตือนกำหนดการ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6061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34193A28-F94E-C67F-7A37-0F03F5DB8435}"/>
              </a:ext>
            </a:extLst>
          </p:cNvPr>
          <p:cNvSpPr/>
          <p:nvPr/>
        </p:nvSpPr>
        <p:spPr>
          <a:xfrm>
            <a:off x="3023857" y="1385180"/>
            <a:ext cx="1095470" cy="9958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การจัดการสมัคร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7FD95EE-C825-D2F9-27A6-5E690B5D125D}"/>
              </a:ext>
            </a:extLst>
          </p:cNvPr>
          <p:cNvCxnSpPr/>
          <p:nvPr/>
        </p:nvCxnSpPr>
        <p:spPr>
          <a:xfrm>
            <a:off x="3023857" y="1665838"/>
            <a:ext cx="1095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0C6F4EF5-AEC2-E144-FED7-0405D20590EC}"/>
              </a:ext>
            </a:extLst>
          </p:cNvPr>
          <p:cNvSpPr txBox="1"/>
          <p:nvPr/>
        </p:nvSpPr>
        <p:spPr>
          <a:xfrm>
            <a:off x="3367889" y="1367073"/>
            <a:ext cx="62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1.0</a:t>
            </a:r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0A52802-6CE4-6D41-5FD9-895481AA37BB}"/>
              </a:ext>
            </a:extLst>
          </p:cNvPr>
          <p:cNvSpPr/>
          <p:nvPr/>
        </p:nvSpPr>
        <p:spPr>
          <a:xfrm>
            <a:off x="651398" y="584161"/>
            <a:ext cx="914400" cy="4255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บุคคลทั่วไป</a:t>
            </a:r>
            <a:endParaRPr lang="en-US" dirty="0"/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FA39745A-7C27-3AFD-276A-4B7AA8B30E6A}"/>
              </a:ext>
            </a:extLst>
          </p:cNvPr>
          <p:cNvCxnSpPr>
            <a:cxnSpLocks/>
          </p:cNvCxnSpPr>
          <p:nvPr/>
        </p:nvCxnSpPr>
        <p:spPr>
          <a:xfrm>
            <a:off x="1520982" y="1140737"/>
            <a:ext cx="1376126" cy="413720"/>
          </a:xfrm>
          <a:prstGeom prst="bentConnector3">
            <a:avLst>
              <a:gd name="adj1" fmla="val 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A353B334-B22A-A7B9-DA21-C4041F318384}"/>
              </a:ext>
            </a:extLst>
          </p:cNvPr>
          <p:cNvSpPr txBox="1"/>
          <p:nvPr/>
        </p:nvSpPr>
        <p:spPr>
          <a:xfrm>
            <a:off x="1601195" y="1281033"/>
            <a:ext cx="1066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ข้อมูลสมัครสมาชิก</a:t>
            </a:r>
            <a:endParaRPr lang="en-US" sz="1400" dirty="0"/>
          </a:p>
        </p:txBody>
      </p:sp>
      <p:graphicFrame>
        <p:nvGraphicFramePr>
          <p:cNvPr id="84" name="Table 19">
            <a:extLst>
              <a:ext uri="{FF2B5EF4-FFF2-40B4-BE49-F238E27FC236}">
                <a16:creationId xmlns:a16="http://schemas.microsoft.com/office/drawing/2014/main" id="{9BF370B3-7D8D-BF51-8151-1A7092999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595120"/>
              </p:ext>
            </p:extLst>
          </p:nvPr>
        </p:nvGraphicFramePr>
        <p:xfrm>
          <a:off x="5192534" y="2018923"/>
          <a:ext cx="1220698" cy="3385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3400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917298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38554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ผู้ใช้</a:t>
                      </a:r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85" name="TextBox 84">
            <a:extLst>
              <a:ext uri="{FF2B5EF4-FFF2-40B4-BE49-F238E27FC236}">
                <a16:creationId xmlns:a16="http://schemas.microsoft.com/office/drawing/2014/main" id="{BF19A429-0D47-3132-115B-34F2B684B528}"/>
              </a:ext>
            </a:extLst>
          </p:cNvPr>
          <p:cNvSpPr txBox="1"/>
          <p:nvPr/>
        </p:nvSpPr>
        <p:spPr>
          <a:xfrm>
            <a:off x="5185645" y="2003534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dirty="0"/>
              <a:t>1</a:t>
            </a:r>
            <a:endParaRPr lang="en-US" dirty="0"/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D2D308B5-A858-3611-B814-227AE90B3BF5}"/>
              </a:ext>
            </a:extLst>
          </p:cNvPr>
          <p:cNvCxnSpPr>
            <a:cxnSpLocks/>
          </p:cNvCxnSpPr>
          <p:nvPr/>
        </p:nvCxnSpPr>
        <p:spPr>
          <a:xfrm rot="10800000">
            <a:off x="1610613" y="878611"/>
            <a:ext cx="1585260" cy="417897"/>
          </a:xfrm>
          <a:prstGeom prst="bentConnector3">
            <a:avLst>
              <a:gd name="adj1" fmla="val -25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B4634F5A-A63C-8BF0-7665-6369B978CFAA}"/>
              </a:ext>
            </a:extLst>
          </p:cNvPr>
          <p:cNvSpPr txBox="1"/>
          <p:nvPr/>
        </p:nvSpPr>
        <p:spPr>
          <a:xfrm>
            <a:off x="1836578" y="620663"/>
            <a:ext cx="12041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ข้อมูลผลสมัครสมาชิก</a:t>
            </a:r>
            <a:endParaRPr lang="en-US" sz="1400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E082BFB-95CE-5522-BC0F-423CA611B4C2}"/>
              </a:ext>
            </a:extLst>
          </p:cNvPr>
          <p:cNvSpPr/>
          <p:nvPr/>
        </p:nvSpPr>
        <p:spPr>
          <a:xfrm>
            <a:off x="3050732" y="2843416"/>
            <a:ext cx="1103563" cy="9952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การจัดข้อมูล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D57D525-FFFB-601D-72B3-2F5B0C343E8E}"/>
              </a:ext>
            </a:extLst>
          </p:cNvPr>
          <p:cNvCxnSpPr/>
          <p:nvPr/>
        </p:nvCxnSpPr>
        <p:spPr>
          <a:xfrm>
            <a:off x="3061050" y="3123444"/>
            <a:ext cx="1095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E7828A6-EFD2-3E73-29BE-8C542D444603}"/>
              </a:ext>
            </a:extLst>
          </p:cNvPr>
          <p:cNvSpPr txBox="1"/>
          <p:nvPr/>
        </p:nvSpPr>
        <p:spPr>
          <a:xfrm>
            <a:off x="3367889" y="2824679"/>
            <a:ext cx="62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2.0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C93011-6C78-CFDB-EA7E-DB8F1905EAC8}"/>
              </a:ext>
            </a:extLst>
          </p:cNvPr>
          <p:cNvSpPr txBox="1"/>
          <p:nvPr/>
        </p:nvSpPr>
        <p:spPr>
          <a:xfrm>
            <a:off x="4104751" y="1766482"/>
            <a:ext cx="109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ข้อมูลสมัครสมาชิก</a:t>
            </a:r>
            <a:endParaRPr lang="en-US" sz="14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26FD4C1-63CD-4547-C7D0-E68E57E49639}"/>
              </a:ext>
            </a:extLst>
          </p:cNvPr>
          <p:cNvCxnSpPr/>
          <p:nvPr/>
        </p:nvCxnSpPr>
        <p:spPr>
          <a:xfrm>
            <a:off x="4164965" y="2050590"/>
            <a:ext cx="9596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89321463-7E31-D9B1-88AE-3BE5FB8C24FA}"/>
              </a:ext>
            </a:extLst>
          </p:cNvPr>
          <p:cNvSpPr txBox="1"/>
          <p:nvPr/>
        </p:nvSpPr>
        <p:spPr>
          <a:xfrm>
            <a:off x="4463359" y="2717064"/>
            <a:ext cx="109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ข้อมูลผู้ใช้</a:t>
            </a:r>
            <a:endParaRPr lang="en-US" sz="1400" dirty="0"/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EDF93DAB-FBCF-F2C7-9BB9-134CE2D803A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64967" y="2455561"/>
            <a:ext cx="1204382" cy="523006"/>
          </a:xfrm>
          <a:prstGeom prst="bentConnector3">
            <a:avLst>
              <a:gd name="adj1" fmla="val -36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4F9BBC84-6DB0-3A87-9AED-83ADF5D5F33E}"/>
              </a:ext>
            </a:extLst>
          </p:cNvPr>
          <p:cNvSpPr/>
          <p:nvPr/>
        </p:nvSpPr>
        <p:spPr>
          <a:xfrm>
            <a:off x="574251" y="2697931"/>
            <a:ext cx="914400" cy="4255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ผู้ใช้</a:t>
            </a:r>
            <a:endParaRPr lang="en-US" dirty="0"/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56910EA3-E49E-4821-A4FD-8E50D38F9513}"/>
              </a:ext>
            </a:extLst>
          </p:cNvPr>
          <p:cNvCxnSpPr>
            <a:cxnSpLocks/>
          </p:cNvCxnSpPr>
          <p:nvPr/>
        </p:nvCxnSpPr>
        <p:spPr>
          <a:xfrm>
            <a:off x="1255566" y="3208972"/>
            <a:ext cx="1722651" cy="145124"/>
          </a:xfrm>
          <a:prstGeom prst="bentConnector3">
            <a:avLst>
              <a:gd name="adj1" fmla="val 7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978CD32-5DE1-D184-96F3-4AF9D59946B3}"/>
              </a:ext>
            </a:extLst>
          </p:cNvPr>
          <p:cNvSpPr txBox="1"/>
          <p:nvPr/>
        </p:nvSpPr>
        <p:spPr>
          <a:xfrm>
            <a:off x="1207658" y="3104214"/>
            <a:ext cx="1853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ข้อมูลการตั้งวันเวลาที่ต้องการให้แจ้งเตือน</a:t>
            </a:r>
            <a:endParaRPr lang="en-US" sz="1200" dirty="0"/>
          </a:p>
        </p:txBody>
      </p:sp>
      <p:graphicFrame>
        <p:nvGraphicFramePr>
          <p:cNvPr id="98" name="Table 19">
            <a:extLst>
              <a:ext uri="{FF2B5EF4-FFF2-40B4-BE49-F238E27FC236}">
                <a16:creationId xmlns:a16="http://schemas.microsoft.com/office/drawing/2014/main" id="{DC2D1698-A2FC-3D4F-D243-E7AE7A33C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900901"/>
              </p:ext>
            </p:extLst>
          </p:nvPr>
        </p:nvGraphicFramePr>
        <p:xfrm>
          <a:off x="4808466" y="4134515"/>
          <a:ext cx="1611517" cy="3114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0537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1210980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11481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ข้อมูลหำหนดการ</a:t>
                      </a:r>
                      <a:endParaRPr lang="en-US" sz="12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44873842-2296-3BE0-5912-C6B5A7F4E568}"/>
              </a:ext>
            </a:extLst>
          </p:cNvPr>
          <p:cNvSpPr txBox="1"/>
          <p:nvPr/>
        </p:nvSpPr>
        <p:spPr>
          <a:xfrm>
            <a:off x="4845438" y="4121344"/>
            <a:ext cx="327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endParaRPr lang="en-US" sz="1400" dirty="0"/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EEDF057A-D20B-3F39-E999-76BB8941B806}"/>
              </a:ext>
            </a:extLst>
          </p:cNvPr>
          <p:cNvCxnSpPr>
            <a:cxnSpLocks/>
          </p:cNvCxnSpPr>
          <p:nvPr/>
        </p:nvCxnSpPr>
        <p:spPr>
          <a:xfrm>
            <a:off x="4164965" y="3240071"/>
            <a:ext cx="2181514" cy="828026"/>
          </a:xfrm>
          <a:prstGeom prst="bentConnector3">
            <a:avLst>
              <a:gd name="adj1" fmla="val 9977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0C8C26B8-9190-4C1B-2621-315B68CFDD08}"/>
              </a:ext>
            </a:extLst>
          </p:cNvPr>
          <p:cNvSpPr txBox="1"/>
          <p:nvPr/>
        </p:nvSpPr>
        <p:spPr>
          <a:xfrm>
            <a:off x="4181411" y="2998774"/>
            <a:ext cx="343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ข้อมูลการตั้งวันเวลาที่ต้องการให้แจ้งเตือน</a:t>
            </a:r>
            <a:endParaRPr lang="en-US" sz="1400" dirty="0"/>
          </a:p>
        </p:txBody>
      </p: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5D7CB454-DD50-C4F2-1DDA-3A6A70CCF24C}"/>
              </a:ext>
            </a:extLst>
          </p:cNvPr>
          <p:cNvCxnSpPr/>
          <p:nvPr/>
        </p:nvCxnSpPr>
        <p:spPr>
          <a:xfrm>
            <a:off x="1054271" y="3208972"/>
            <a:ext cx="1946766" cy="403361"/>
          </a:xfrm>
          <a:prstGeom prst="bentConnector3">
            <a:avLst>
              <a:gd name="adj1" fmla="val -69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C91D4DD-E107-FD73-C66A-2F5E5DDE2B58}"/>
              </a:ext>
            </a:extLst>
          </p:cNvPr>
          <p:cNvSpPr txBox="1"/>
          <p:nvPr/>
        </p:nvSpPr>
        <p:spPr>
          <a:xfrm>
            <a:off x="1299778" y="3352470"/>
            <a:ext cx="2484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ข้อมูลเนื้อหากำหนดการ</a:t>
            </a:r>
            <a:endParaRPr lang="en-US" sz="1400" dirty="0"/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C1649494-4A64-B6F6-D883-20BDA8789C7A}"/>
              </a:ext>
            </a:extLst>
          </p:cNvPr>
          <p:cNvCxnSpPr>
            <a:cxnSpLocks/>
          </p:cNvCxnSpPr>
          <p:nvPr/>
        </p:nvCxnSpPr>
        <p:spPr>
          <a:xfrm>
            <a:off x="4255129" y="3455514"/>
            <a:ext cx="1892174" cy="637469"/>
          </a:xfrm>
          <a:prstGeom prst="bentConnector3">
            <a:avLst>
              <a:gd name="adj1" fmla="val 10023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8DC3BDFC-70B3-487E-57EB-792DC4BE4456}"/>
              </a:ext>
            </a:extLst>
          </p:cNvPr>
          <p:cNvSpPr txBox="1"/>
          <p:nvPr/>
        </p:nvSpPr>
        <p:spPr>
          <a:xfrm>
            <a:off x="4358363" y="3222778"/>
            <a:ext cx="2484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ข้อมูลเนื้อหากำหนดการ</a:t>
            </a:r>
            <a:endParaRPr lang="en-US" sz="1400" dirty="0"/>
          </a:p>
        </p:txBody>
      </p: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680F2094-DE62-002A-4FB8-F8DB7AC1977A}"/>
              </a:ext>
            </a:extLst>
          </p:cNvPr>
          <p:cNvCxnSpPr>
            <a:cxnSpLocks/>
          </p:cNvCxnSpPr>
          <p:nvPr/>
        </p:nvCxnSpPr>
        <p:spPr>
          <a:xfrm>
            <a:off x="869874" y="3201234"/>
            <a:ext cx="2142573" cy="629915"/>
          </a:xfrm>
          <a:prstGeom prst="bentConnector3">
            <a:avLst>
              <a:gd name="adj1" fmla="val 13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EE9C9F3E-E673-2E37-9668-2FF7B3EA1930}"/>
              </a:ext>
            </a:extLst>
          </p:cNvPr>
          <p:cNvSpPr txBox="1"/>
          <p:nvPr/>
        </p:nvSpPr>
        <p:spPr>
          <a:xfrm>
            <a:off x="1280501" y="3574739"/>
            <a:ext cx="2484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ข้อมูลประเภทการแจ้งเตือน</a:t>
            </a:r>
            <a:endParaRPr lang="en-US" sz="1400" dirty="0"/>
          </a:p>
        </p:txBody>
      </p: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49FE463D-96C5-B05C-F584-4BAE40C2C30D}"/>
              </a:ext>
            </a:extLst>
          </p:cNvPr>
          <p:cNvCxnSpPr>
            <a:cxnSpLocks/>
          </p:cNvCxnSpPr>
          <p:nvPr/>
        </p:nvCxnSpPr>
        <p:spPr>
          <a:xfrm>
            <a:off x="4206526" y="3628404"/>
            <a:ext cx="1654396" cy="413034"/>
          </a:xfrm>
          <a:prstGeom prst="bentConnector3">
            <a:avLst>
              <a:gd name="adj1" fmla="val 10008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F41B717-6645-811D-A797-F8B15EB7F522}"/>
              </a:ext>
            </a:extLst>
          </p:cNvPr>
          <p:cNvSpPr txBox="1"/>
          <p:nvPr/>
        </p:nvSpPr>
        <p:spPr>
          <a:xfrm>
            <a:off x="4266243" y="3418744"/>
            <a:ext cx="248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ข้อมูลประเภทการแจ้งเตือน</a:t>
            </a:r>
            <a:endParaRPr lang="en-US" sz="1200" dirty="0"/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FEC39C99-99F6-368F-E45B-5268C006683D}"/>
              </a:ext>
            </a:extLst>
          </p:cNvPr>
          <p:cNvCxnSpPr>
            <a:cxnSpLocks/>
          </p:cNvCxnSpPr>
          <p:nvPr/>
        </p:nvCxnSpPr>
        <p:spPr>
          <a:xfrm>
            <a:off x="710697" y="3220464"/>
            <a:ext cx="2309890" cy="790236"/>
          </a:xfrm>
          <a:prstGeom prst="bentConnector3">
            <a:avLst>
              <a:gd name="adj1" fmla="val -16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BAC8E1CA-82FC-52C9-3F73-D346942123CD}"/>
              </a:ext>
            </a:extLst>
          </p:cNvPr>
          <p:cNvSpPr txBox="1"/>
          <p:nvPr/>
        </p:nvSpPr>
        <p:spPr>
          <a:xfrm>
            <a:off x="651398" y="3808237"/>
            <a:ext cx="37247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05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ข้อมูลการกำหนดสิทธิการเข้าถึงข้อมูลในการแจ้งเตือนแบบกลุ่ม</a:t>
            </a:r>
            <a:endParaRPr lang="en-US" sz="1050" dirty="0"/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0C3705F8-3F5F-89AB-9F17-319E084C89A0}"/>
              </a:ext>
            </a:extLst>
          </p:cNvPr>
          <p:cNvCxnSpPr>
            <a:cxnSpLocks/>
          </p:cNvCxnSpPr>
          <p:nvPr/>
        </p:nvCxnSpPr>
        <p:spPr>
          <a:xfrm>
            <a:off x="601685" y="3215488"/>
            <a:ext cx="2546878" cy="1036431"/>
          </a:xfrm>
          <a:prstGeom prst="bentConnector3">
            <a:avLst>
              <a:gd name="adj1" fmla="val -12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1416429-EE8D-9EB3-D453-70B2F81316A6}"/>
              </a:ext>
            </a:extLst>
          </p:cNvPr>
          <p:cNvCxnSpPr>
            <a:cxnSpLocks/>
          </p:cNvCxnSpPr>
          <p:nvPr/>
        </p:nvCxnSpPr>
        <p:spPr>
          <a:xfrm flipV="1">
            <a:off x="3137467" y="4015648"/>
            <a:ext cx="0" cy="236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8C83BB82-5073-7F86-23C9-B912535827EF}"/>
              </a:ext>
            </a:extLst>
          </p:cNvPr>
          <p:cNvSpPr txBox="1"/>
          <p:nvPr/>
        </p:nvSpPr>
        <p:spPr>
          <a:xfrm>
            <a:off x="1171992" y="3987759"/>
            <a:ext cx="1329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คำร้องขอแก้ไขข้อมูล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906565A-6786-834D-BD9E-6935FA4B0CE3}"/>
              </a:ext>
            </a:extLst>
          </p:cNvPr>
          <p:cNvSpPr/>
          <p:nvPr/>
        </p:nvSpPr>
        <p:spPr>
          <a:xfrm>
            <a:off x="2978217" y="4848783"/>
            <a:ext cx="1095470" cy="9958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การจัดการข้อมูลผู้ใช้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A5494F3-BB4B-AC52-F45A-CD7BEA8313A4}"/>
              </a:ext>
            </a:extLst>
          </p:cNvPr>
          <p:cNvSpPr txBox="1"/>
          <p:nvPr/>
        </p:nvSpPr>
        <p:spPr>
          <a:xfrm>
            <a:off x="3367517" y="4818656"/>
            <a:ext cx="62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3.0</a:t>
            </a:r>
            <a:endParaRPr lang="en-US" dirty="0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951BE19-54B3-A699-0221-B0166E687DF2}"/>
              </a:ext>
            </a:extLst>
          </p:cNvPr>
          <p:cNvCxnSpPr/>
          <p:nvPr/>
        </p:nvCxnSpPr>
        <p:spPr>
          <a:xfrm>
            <a:off x="2978217" y="5122753"/>
            <a:ext cx="1095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24A4166-9F53-4E8E-1F8D-DEFE36CDD08C}"/>
              </a:ext>
            </a:extLst>
          </p:cNvPr>
          <p:cNvSpPr/>
          <p:nvPr/>
        </p:nvSpPr>
        <p:spPr>
          <a:xfrm>
            <a:off x="760616" y="5069280"/>
            <a:ext cx="849997" cy="382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ผู้ดูแลระบบ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9B9CFC8E-E5AF-77C0-871B-6E4A412CFE8A}"/>
              </a:ext>
            </a:extLst>
          </p:cNvPr>
          <p:cNvCxnSpPr>
            <a:cxnSpLocks/>
          </p:cNvCxnSpPr>
          <p:nvPr/>
        </p:nvCxnSpPr>
        <p:spPr>
          <a:xfrm>
            <a:off x="1031451" y="5565127"/>
            <a:ext cx="1865657" cy="179551"/>
          </a:xfrm>
          <a:prstGeom prst="bentConnector3">
            <a:avLst>
              <a:gd name="adj1" fmla="val 1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E84F9A1C-E173-7780-BF9A-5359B531A2FE}"/>
              </a:ext>
            </a:extLst>
          </p:cNvPr>
          <p:cNvSpPr txBox="1"/>
          <p:nvPr/>
        </p:nvSpPr>
        <p:spPr>
          <a:xfrm>
            <a:off x="1039202" y="5524097"/>
            <a:ext cx="18694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1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ข้อมูลการกำหนดสิทธิ์ในการเข้าใช้งานของผู้ใช้</a:t>
            </a:r>
            <a:endParaRPr lang="en-US" sz="1100" dirty="0"/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6287F1B4-156F-D647-D52B-BD908C116597}"/>
              </a:ext>
            </a:extLst>
          </p:cNvPr>
          <p:cNvCxnSpPr>
            <a:cxnSpLocks/>
          </p:cNvCxnSpPr>
          <p:nvPr/>
        </p:nvCxnSpPr>
        <p:spPr>
          <a:xfrm>
            <a:off x="869874" y="5565127"/>
            <a:ext cx="2278689" cy="530873"/>
          </a:xfrm>
          <a:prstGeom prst="bentConnector3">
            <a:avLst>
              <a:gd name="adj1" fmla="val -45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7B2CF3F-41D8-85BE-C8EB-7D9A1E596CEE}"/>
              </a:ext>
            </a:extLst>
          </p:cNvPr>
          <p:cNvCxnSpPr>
            <a:cxnSpLocks/>
          </p:cNvCxnSpPr>
          <p:nvPr/>
        </p:nvCxnSpPr>
        <p:spPr>
          <a:xfrm flipV="1">
            <a:off x="3130040" y="5920966"/>
            <a:ext cx="0" cy="176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69FECA29-9B94-E2F5-A1AD-F5D8B6BB1C02}"/>
              </a:ext>
            </a:extLst>
          </p:cNvPr>
          <p:cNvSpPr txBox="1"/>
          <p:nvPr/>
        </p:nvSpPr>
        <p:spPr>
          <a:xfrm>
            <a:off x="961045" y="5810250"/>
            <a:ext cx="2884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ข้อมูลการแก้ไขข้อมูลส่วนตัวของผู้ใช้งาน</a:t>
            </a:r>
            <a:endParaRPr lang="en-US" sz="1400" dirty="0"/>
          </a:p>
        </p:txBody>
      </p: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6EAC08CE-AFA1-D69E-E0A7-8781FA7B9480}"/>
              </a:ext>
            </a:extLst>
          </p:cNvPr>
          <p:cNvCxnSpPr>
            <a:cxnSpLocks/>
          </p:cNvCxnSpPr>
          <p:nvPr/>
        </p:nvCxnSpPr>
        <p:spPr>
          <a:xfrm rot="5400000">
            <a:off x="3846966" y="2719492"/>
            <a:ext cx="3151084" cy="2312527"/>
          </a:xfrm>
          <a:prstGeom prst="bentConnector3">
            <a:avLst>
              <a:gd name="adj1" fmla="val 10028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D0B45BDB-A982-ECCF-6BD1-871539C9FF2F}"/>
              </a:ext>
            </a:extLst>
          </p:cNvPr>
          <p:cNvSpPr txBox="1"/>
          <p:nvPr/>
        </p:nvSpPr>
        <p:spPr>
          <a:xfrm>
            <a:off x="4950447" y="5187988"/>
            <a:ext cx="109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ข้อมูลผู้ใช้</a:t>
            </a:r>
            <a:endParaRPr lang="en-US" sz="1400" dirty="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968962DD-E9AE-ADFE-36E1-24A4F65EFE8C}"/>
              </a:ext>
            </a:extLst>
          </p:cNvPr>
          <p:cNvSpPr/>
          <p:nvPr/>
        </p:nvSpPr>
        <p:spPr>
          <a:xfrm>
            <a:off x="3001037" y="6565957"/>
            <a:ext cx="1095470" cy="9958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รายงาน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CDE9B68-F652-CE75-AF38-CD48D918E643}"/>
              </a:ext>
            </a:extLst>
          </p:cNvPr>
          <p:cNvSpPr txBox="1"/>
          <p:nvPr/>
        </p:nvSpPr>
        <p:spPr>
          <a:xfrm>
            <a:off x="3344419" y="6532160"/>
            <a:ext cx="62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4.0</a:t>
            </a:r>
            <a:endParaRPr lang="en-US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CF37B08B-F986-9599-388C-920CE36C1190}"/>
              </a:ext>
            </a:extLst>
          </p:cNvPr>
          <p:cNvCxnSpPr/>
          <p:nvPr/>
        </p:nvCxnSpPr>
        <p:spPr>
          <a:xfrm>
            <a:off x="3001037" y="6839927"/>
            <a:ext cx="1095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5FAEBAD-FC82-CF39-30A5-4C8B901F9E7A}"/>
              </a:ext>
            </a:extLst>
          </p:cNvPr>
          <p:cNvCxnSpPr/>
          <p:nvPr/>
        </p:nvCxnSpPr>
        <p:spPr>
          <a:xfrm>
            <a:off x="6413232" y="2300211"/>
            <a:ext cx="1655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21E52D23-D9B6-82D6-3E66-34384E1DD5CF}"/>
              </a:ext>
            </a:extLst>
          </p:cNvPr>
          <p:cNvCxnSpPr>
            <a:cxnSpLocks/>
          </p:cNvCxnSpPr>
          <p:nvPr/>
        </p:nvCxnSpPr>
        <p:spPr>
          <a:xfrm rot="5400000">
            <a:off x="3203263" y="3271862"/>
            <a:ext cx="4691488" cy="2444646"/>
          </a:xfrm>
          <a:prstGeom prst="bentConnector3">
            <a:avLst>
              <a:gd name="adj1" fmla="val 10017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C063BB0-2A3B-D8AF-0886-B3E30D121ACE}"/>
              </a:ext>
            </a:extLst>
          </p:cNvPr>
          <p:cNvCxnSpPr>
            <a:cxnSpLocks/>
          </p:cNvCxnSpPr>
          <p:nvPr/>
        </p:nvCxnSpPr>
        <p:spPr>
          <a:xfrm>
            <a:off x="6527549" y="2127564"/>
            <a:ext cx="243781" cy="18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E8CCB224-A1B6-2C23-A45A-0931FDFCD7E7}"/>
              </a:ext>
            </a:extLst>
          </p:cNvPr>
          <p:cNvSpPr txBox="1"/>
          <p:nvPr/>
        </p:nvSpPr>
        <p:spPr>
          <a:xfrm>
            <a:off x="4934533" y="6490266"/>
            <a:ext cx="109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ข้อมูลผู้ใช้</a:t>
            </a:r>
            <a:endParaRPr lang="en-US" sz="1400" dirty="0"/>
          </a:p>
        </p:txBody>
      </p:sp>
      <p:graphicFrame>
        <p:nvGraphicFramePr>
          <p:cNvPr id="137" name="Table 19">
            <a:extLst>
              <a:ext uri="{FF2B5EF4-FFF2-40B4-BE49-F238E27FC236}">
                <a16:creationId xmlns:a16="http://schemas.microsoft.com/office/drawing/2014/main" id="{93855F91-2C16-E158-FF01-F73226FE6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446319"/>
              </p:ext>
            </p:extLst>
          </p:nvPr>
        </p:nvGraphicFramePr>
        <p:xfrm>
          <a:off x="5039117" y="7847382"/>
          <a:ext cx="1550591" cy="307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394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1165197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07776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ข้อมูลหำหนดการ</a:t>
                      </a:r>
                      <a:endParaRPr lang="en-US" sz="12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138" name="TextBox 137">
            <a:extLst>
              <a:ext uri="{FF2B5EF4-FFF2-40B4-BE49-F238E27FC236}">
                <a16:creationId xmlns:a16="http://schemas.microsoft.com/office/drawing/2014/main" id="{6C1744C6-27FF-17FC-D557-5C7C8BBD70E1}"/>
              </a:ext>
            </a:extLst>
          </p:cNvPr>
          <p:cNvSpPr txBox="1"/>
          <p:nvPr/>
        </p:nvSpPr>
        <p:spPr>
          <a:xfrm>
            <a:off x="5038250" y="7839232"/>
            <a:ext cx="378647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endParaRPr lang="en-US" sz="1400" dirty="0"/>
          </a:p>
        </p:txBody>
      </p: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3472C631-53A7-9857-C605-FF31B97F5399}"/>
              </a:ext>
            </a:extLst>
          </p:cNvPr>
          <p:cNvCxnSpPr>
            <a:cxnSpLocks/>
          </p:cNvCxnSpPr>
          <p:nvPr/>
        </p:nvCxnSpPr>
        <p:spPr>
          <a:xfrm rot="10800000">
            <a:off x="4358365" y="7152240"/>
            <a:ext cx="2061618" cy="602688"/>
          </a:xfrm>
          <a:prstGeom prst="bentConnector3">
            <a:avLst>
              <a:gd name="adj1" fmla="val 10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8AF48E23-B2F6-D1D6-C395-DE0D8422DA0A}"/>
              </a:ext>
            </a:extLst>
          </p:cNvPr>
          <p:cNvSpPr txBox="1"/>
          <p:nvPr/>
        </p:nvSpPr>
        <p:spPr>
          <a:xfrm>
            <a:off x="3465858" y="6898785"/>
            <a:ext cx="3806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ข้อมูลวันเวลาแจ้งเตือน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3F7F2D73-35A7-C7FE-02FA-2ED4B58152BC}"/>
              </a:ext>
            </a:extLst>
          </p:cNvPr>
          <p:cNvCxnSpPr>
            <a:cxnSpLocks/>
          </p:cNvCxnSpPr>
          <p:nvPr/>
        </p:nvCxnSpPr>
        <p:spPr>
          <a:xfrm rot="10800000">
            <a:off x="3796319" y="7614634"/>
            <a:ext cx="1213612" cy="315372"/>
          </a:xfrm>
          <a:prstGeom prst="bentConnector3">
            <a:avLst>
              <a:gd name="adj1" fmla="val 10023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7ED779A8-B36E-B15B-BE57-8817EA2BFC3D}"/>
              </a:ext>
            </a:extLst>
          </p:cNvPr>
          <p:cNvSpPr txBox="1"/>
          <p:nvPr/>
        </p:nvSpPr>
        <p:spPr>
          <a:xfrm>
            <a:off x="3404002" y="7674053"/>
            <a:ext cx="2034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</a:t>
            </a:r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เนื้อหากำหนดการ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CF22CE12-37AF-51A2-BDB5-C94E2064D5F4}"/>
              </a:ext>
            </a:extLst>
          </p:cNvPr>
          <p:cNvCxnSpPr>
            <a:cxnSpLocks/>
          </p:cNvCxnSpPr>
          <p:nvPr/>
        </p:nvCxnSpPr>
        <p:spPr>
          <a:xfrm rot="10800000">
            <a:off x="3552251" y="7595635"/>
            <a:ext cx="1417243" cy="551374"/>
          </a:xfrm>
          <a:prstGeom prst="bentConnector3">
            <a:avLst>
              <a:gd name="adj1" fmla="val 9973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0F930AB5-4D08-2A25-AC73-D52C3B0198D9}"/>
              </a:ext>
            </a:extLst>
          </p:cNvPr>
          <p:cNvSpPr txBox="1"/>
          <p:nvPr/>
        </p:nvSpPr>
        <p:spPr>
          <a:xfrm>
            <a:off x="3605138" y="7916456"/>
            <a:ext cx="3806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ข้อมูลประเภทการแจ้งเตือน</a:t>
            </a:r>
            <a:endParaRPr lang="en-US" sz="1200" dirty="0"/>
          </a:p>
        </p:txBody>
      </p: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F34C1C47-9A1E-1614-FA7A-A4FD8EA4A4B8}"/>
              </a:ext>
            </a:extLst>
          </p:cNvPr>
          <p:cNvCxnSpPr>
            <a:cxnSpLocks/>
          </p:cNvCxnSpPr>
          <p:nvPr/>
        </p:nvCxnSpPr>
        <p:spPr>
          <a:xfrm rot="16200000" flipH="1">
            <a:off x="-553410" y="3672526"/>
            <a:ext cx="4210591" cy="2664334"/>
          </a:xfrm>
          <a:prstGeom prst="bentConnector3">
            <a:avLst>
              <a:gd name="adj1" fmla="val 9988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246B7F0-3F27-AF46-F277-383EB59F7F23}"/>
              </a:ext>
            </a:extLst>
          </p:cNvPr>
          <p:cNvCxnSpPr>
            <a:cxnSpLocks/>
          </p:cNvCxnSpPr>
          <p:nvPr/>
        </p:nvCxnSpPr>
        <p:spPr>
          <a:xfrm>
            <a:off x="219718" y="2899397"/>
            <a:ext cx="2691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9C3EC7D-5AFA-E30B-A448-093EAAA978DB}"/>
              </a:ext>
            </a:extLst>
          </p:cNvPr>
          <p:cNvSpPr txBox="1"/>
          <p:nvPr/>
        </p:nvSpPr>
        <p:spPr>
          <a:xfrm>
            <a:off x="634090" y="6740289"/>
            <a:ext cx="17091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600" dirty="0"/>
              <a:t>ผลการแจ้งเตือนกำหนดการ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7459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34193A28-F94E-C67F-7A37-0F03F5DB8435}"/>
              </a:ext>
            </a:extLst>
          </p:cNvPr>
          <p:cNvSpPr/>
          <p:nvPr/>
        </p:nvSpPr>
        <p:spPr>
          <a:xfrm>
            <a:off x="3023857" y="1385180"/>
            <a:ext cx="1095470" cy="9958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จัดการข้อมูลผู้ใช้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7FD95EE-C825-D2F9-27A6-5E690B5D125D}"/>
              </a:ext>
            </a:extLst>
          </p:cNvPr>
          <p:cNvCxnSpPr/>
          <p:nvPr/>
        </p:nvCxnSpPr>
        <p:spPr>
          <a:xfrm>
            <a:off x="3023857" y="1665838"/>
            <a:ext cx="1095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0C6F4EF5-AEC2-E144-FED7-0405D20590EC}"/>
              </a:ext>
            </a:extLst>
          </p:cNvPr>
          <p:cNvSpPr txBox="1"/>
          <p:nvPr/>
        </p:nvSpPr>
        <p:spPr>
          <a:xfrm>
            <a:off x="3367889" y="1367073"/>
            <a:ext cx="62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1.0</a:t>
            </a:r>
            <a:endParaRPr lang="en-US" dirty="0"/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FA39745A-7C27-3AFD-276A-4B7AA8B30E6A}"/>
              </a:ext>
            </a:extLst>
          </p:cNvPr>
          <p:cNvCxnSpPr>
            <a:cxnSpLocks/>
          </p:cNvCxnSpPr>
          <p:nvPr/>
        </p:nvCxnSpPr>
        <p:spPr>
          <a:xfrm flipV="1">
            <a:off x="1241553" y="2291959"/>
            <a:ext cx="1702871" cy="276889"/>
          </a:xfrm>
          <a:prstGeom prst="bentConnector3">
            <a:avLst>
              <a:gd name="adj1" fmla="val 36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4" name="Table 19">
            <a:extLst>
              <a:ext uri="{FF2B5EF4-FFF2-40B4-BE49-F238E27FC236}">
                <a16:creationId xmlns:a16="http://schemas.microsoft.com/office/drawing/2014/main" id="{9BF370B3-7D8D-BF51-8151-1A709299907B}"/>
              </a:ext>
            </a:extLst>
          </p:cNvPr>
          <p:cNvGraphicFramePr>
            <a:graphicFrameLocks noGrp="1"/>
          </p:cNvGraphicFramePr>
          <p:nvPr/>
        </p:nvGraphicFramePr>
        <p:xfrm>
          <a:off x="5192534" y="2018923"/>
          <a:ext cx="1220698" cy="3385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3400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917298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38554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ผู้ใช้</a:t>
                      </a:r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85" name="TextBox 84">
            <a:extLst>
              <a:ext uri="{FF2B5EF4-FFF2-40B4-BE49-F238E27FC236}">
                <a16:creationId xmlns:a16="http://schemas.microsoft.com/office/drawing/2014/main" id="{BF19A429-0D47-3132-115B-34F2B684B528}"/>
              </a:ext>
            </a:extLst>
          </p:cNvPr>
          <p:cNvSpPr txBox="1"/>
          <p:nvPr/>
        </p:nvSpPr>
        <p:spPr>
          <a:xfrm>
            <a:off x="5185645" y="2003534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dirty="0"/>
              <a:t>1</a:t>
            </a:r>
            <a:endParaRPr lang="en-US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E082BFB-95CE-5522-BC0F-423CA611B4C2}"/>
              </a:ext>
            </a:extLst>
          </p:cNvPr>
          <p:cNvSpPr/>
          <p:nvPr/>
        </p:nvSpPr>
        <p:spPr>
          <a:xfrm>
            <a:off x="3052228" y="2990349"/>
            <a:ext cx="1137240" cy="10235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จัดข้อมูลกำหนดการ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D57D525-FFFB-601D-72B3-2F5B0C343E8E}"/>
              </a:ext>
            </a:extLst>
          </p:cNvPr>
          <p:cNvCxnSpPr>
            <a:cxnSpLocks/>
          </p:cNvCxnSpPr>
          <p:nvPr/>
        </p:nvCxnSpPr>
        <p:spPr>
          <a:xfrm>
            <a:off x="3062546" y="3270378"/>
            <a:ext cx="11289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E7828A6-EFD2-3E73-29BE-8C542D444603}"/>
              </a:ext>
            </a:extLst>
          </p:cNvPr>
          <p:cNvSpPr txBox="1"/>
          <p:nvPr/>
        </p:nvSpPr>
        <p:spPr>
          <a:xfrm>
            <a:off x="3369385" y="2971612"/>
            <a:ext cx="643752" cy="379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2.0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C93011-6C78-CFDB-EA7E-DB8F1905EAC8}"/>
              </a:ext>
            </a:extLst>
          </p:cNvPr>
          <p:cNvSpPr txBox="1"/>
          <p:nvPr/>
        </p:nvSpPr>
        <p:spPr>
          <a:xfrm>
            <a:off x="4115625" y="1865573"/>
            <a:ext cx="10954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3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ข้อมูลสมัครสมาชิก</a:t>
            </a:r>
            <a:endParaRPr lang="en-US" sz="13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26FD4C1-63CD-4547-C7D0-E68E57E49639}"/>
              </a:ext>
            </a:extLst>
          </p:cNvPr>
          <p:cNvCxnSpPr/>
          <p:nvPr/>
        </p:nvCxnSpPr>
        <p:spPr>
          <a:xfrm>
            <a:off x="4181411" y="2110388"/>
            <a:ext cx="9596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89321463-7E31-D9B1-88AE-3BE5FB8C24FA}"/>
              </a:ext>
            </a:extLst>
          </p:cNvPr>
          <p:cNvSpPr txBox="1"/>
          <p:nvPr/>
        </p:nvSpPr>
        <p:spPr>
          <a:xfrm>
            <a:off x="4463359" y="2717064"/>
            <a:ext cx="109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ข้อมูลผู้ใช้</a:t>
            </a:r>
            <a:endParaRPr lang="en-US" sz="1400" dirty="0"/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EDF93DAB-FBCF-F2C7-9BB9-134CE2D803A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64967" y="2455561"/>
            <a:ext cx="1204382" cy="523006"/>
          </a:xfrm>
          <a:prstGeom prst="bentConnector3">
            <a:avLst>
              <a:gd name="adj1" fmla="val -36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56910EA3-E49E-4821-A4FD-8E50D38F9513}"/>
              </a:ext>
            </a:extLst>
          </p:cNvPr>
          <p:cNvCxnSpPr>
            <a:cxnSpLocks/>
          </p:cNvCxnSpPr>
          <p:nvPr/>
        </p:nvCxnSpPr>
        <p:spPr>
          <a:xfrm>
            <a:off x="1255566" y="3208972"/>
            <a:ext cx="1722651" cy="145124"/>
          </a:xfrm>
          <a:prstGeom prst="bentConnector3">
            <a:avLst>
              <a:gd name="adj1" fmla="val 7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978CD32-5DE1-D184-96F3-4AF9D59946B3}"/>
              </a:ext>
            </a:extLst>
          </p:cNvPr>
          <p:cNvSpPr txBox="1"/>
          <p:nvPr/>
        </p:nvSpPr>
        <p:spPr>
          <a:xfrm>
            <a:off x="1375073" y="3129649"/>
            <a:ext cx="1620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ข้อมูลวันเวลาที่ต้องการให้แจ้งเตือน</a:t>
            </a:r>
            <a:endParaRPr lang="en-US" sz="1200" dirty="0"/>
          </a:p>
        </p:txBody>
      </p:sp>
      <p:graphicFrame>
        <p:nvGraphicFramePr>
          <p:cNvPr id="98" name="Table 19">
            <a:extLst>
              <a:ext uri="{FF2B5EF4-FFF2-40B4-BE49-F238E27FC236}">
                <a16:creationId xmlns:a16="http://schemas.microsoft.com/office/drawing/2014/main" id="{DC2D1698-A2FC-3D4F-D243-E7AE7A33C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558036"/>
              </p:ext>
            </p:extLst>
          </p:nvPr>
        </p:nvGraphicFramePr>
        <p:xfrm>
          <a:off x="4808466" y="4134515"/>
          <a:ext cx="1611517" cy="3114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0537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1210980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11481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ข้อมูลกำหนดการ</a:t>
                      </a:r>
                      <a:endParaRPr lang="en-US" sz="12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44873842-2296-3BE0-5912-C6B5A7F4E568}"/>
              </a:ext>
            </a:extLst>
          </p:cNvPr>
          <p:cNvSpPr txBox="1"/>
          <p:nvPr/>
        </p:nvSpPr>
        <p:spPr>
          <a:xfrm>
            <a:off x="4845438" y="4121344"/>
            <a:ext cx="327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endParaRPr lang="en-US" sz="1400" dirty="0"/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EEDF057A-D20B-3F39-E999-76BB8941B806}"/>
              </a:ext>
            </a:extLst>
          </p:cNvPr>
          <p:cNvCxnSpPr>
            <a:cxnSpLocks/>
          </p:cNvCxnSpPr>
          <p:nvPr/>
        </p:nvCxnSpPr>
        <p:spPr>
          <a:xfrm>
            <a:off x="4212034" y="3256909"/>
            <a:ext cx="2181514" cy="828026"/>
          </a:xfrm>
          <a:prstGeom prst="bentConnector3">
            <a:avLst>
              <a:gd name="adj1" fmla="val 9977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0C8C26B8-9190-4C1B-2621-315B68CFDD08}"/>
              </a:ext>
            </a:extLst>
          </p:cNvPr>
          <p:cNvSpPr txBox="1"/>
          <p:nvPr/>
        </p:nvSpPr>
        <p:spPr>
          <a:xfrm>
            <a:off x="4181411" y="2998774"/>
            <a:ext cx="22886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ข้อมูลการตั้งวันเวลาที่ต้องการให้แจ้งเตือน</a:t>
            </a:r>
            <a:endParaRPr lang="en-US" sz="1400" dirty="0"/>
          </a:p>
        </p:txBody>
      </p: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5D7CB454-DD50-C4F2-1DDA-3A6A70CCF24C}"/>
              </a:ext>
            </a:extLst>
          </p:cNvPr>
          <p:cNvCxnSpPr/>
          <p:nvPr/>
        </p:nvCxnSpPr>
        <p:spPr>
          <a:xfrm>
            <a:off x="1054271" y="3208972"/>
            <a:ext cx="1946766" cy="403361"/>
          </a:xfrm>
          <a:prstGeom prst="bentConnector3">
            <a:avLst>
              <a:gd name="adj1" fmla="val -22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C91D4DD-E107-FD73-C66A-2F5E5DDE2B58}"/>
              </a:ext>
            </a:extLst>
          </p:cNvPr>
          <p:cNvSpPr txBox="1"/>
          <p:nvPr/>
        </p:nvSpPr>
        <p:spPr>
          <a:xfrm>
            <a:off x="1299778" y="3344292"/>
            <a:ext cx="1631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ข้อมูลเนื้อหากำหนดการ</a:t>
            </a:r>
            <a:endParaRPr lang="en-US" sz="1400" dirty="0"/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C1649494-4A64-B6F6-D883-20BDA8789C7A}"/>
              </a:ext>
            </a:extLst>
          </p:cNvPr>
          <p:cNvCxnSpPr>
            <a:cxnSpLocks/>
          </p:cNvCxnSpPr>
          <p:nvPr/>
        </p:nvCxnSpPr>
        <p:spPr>
          <a:xfrm>
            <a:off x="4255129" y="3455514"/>
            <a:ext cx="1892174" cy="637469"/>
          </a:xfrm>
          <a:prstGeom prst="bentConnector3">
            <a:avLst>
              <a:gd name="adj1" fmla="val 10023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8DC3BDFC-70B3-487E-57EB-792DC4BE4456}"/>
              </a:ext>
            </a:extLst>
          </p:cNvPr>
          <p:cNvSpPr txBox="1"/>
          <p:nvPr/>
        </p:nvSpPr>
        <p:spPr>
          <a:xfrm>
            <a:off x="4358363" y="3222778"/>
            <a:ext cx="2484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ข้อมูลเนื้อหากำหนดการ</a:t>
            </a:r>
            <a:endParaRPr lang="en-US" sz="1400" dirty="0"/>
          </a:p>
        </p:txBody>
      </p: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49FE463D-96C5-B05C-F584-4BAE40C2C30D}"/>
              </a:ext>
            </a:extLst>
          </p:cNvPr>
          <p:cNvCxnSpPr>
            <a:cxnSpLocks/>
          </p:cNvCxnSpPr>
          <p:nvPr/>
        </p:nvCxnSpPr>
        <p:spPr>
          <a:xfrm>
            <a:off x="4206526" y="3628404"/>
            <a:ext cx="1654396" cy="413034"/>
          </a:xfrm>
          <a:prstGeom prst="bentConnector3">
            <a:avLst>
              <a:gd name="adj1" fmla="val 10008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F41B717-6645-811D-A797-F8B15EB7F522}"/>
              </a:ext>
            </a:extLst>
          </p:cNvPr>
          <p:cNvSpPr txBox="1"/>
          <p:nvPr/>
        </p:nvSpPr>
        <p:spPr>
          <a:xfrm>
            <a:off x="4266243" y="3418744"/>
            <a:ext cx="248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</a:t>
            </a:r>
            <a:r>
              <a:rPr lang="th-TH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ชนิดของกิจกรรม</a:t>
            </a:r>
            <a:endParaRPr lang="en-US" sz="1200" dirty="0"/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FEC39C99-99F6-368F-E45B-5268C006683D}"/>
              </a:ext>
            </a:extLst>
          </p:cNvPr>
          <p:cNvCxnSpPr>
            <a:cxnSpLocks/>
          </p:cNvCxnSpPr>
          <p:nvPr/>
        </p:nvCxnSpPr>
        <p:spPr>
          <a:xfrm>
            <a:off x="710697" y="3220464"/>
            <a:ext cx="2309890" cy="790236"/>
          </a:xfrm>
          <a:prstGeom prst="bentConnector3">
            <a:avLst>
              <a:gd name="adj1" fmla="val -16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BAC8E1CA-82FC-52C9-3F73-D346942123CD}"/>
              </a:ext>
            </a:extLst>
          </p:cNvPr>
          <p:cNvSpPr txBox="1"/>
          <p:nvPr/>
        </p:nvSpPr>
        <p:spPr>
          <a:xfrm>
            <a:off x="651398" y="3808237"/>
            <a:ext cx="37247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05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ข้อมูลการกำหนดสิทธิการเข้าถึงข้อมูลในการแจ้งเตือนแบบกลุ่ม</a:t>
            </a:r>
            <a:endParaRPr lang="en-US" sz="1050" dirty="0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906565A-6786-834D-BD9E-6935FA4B0CE3}"/>
              </a:ext>
            </a:extLst>
          </p:cNvPr>
          <p:cNvSpPr/>
          <p:nvPr/>
        </p:nvSpPr>
        <p:spPr>
          <a:xfrm>
            <a:off x="2978217" y="4848783"/>
            <a:ext cx="1095470" cy="9958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จัดการประเภทการแจ้งเตือน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A5494F3-BB4B-AC52-F45A-CD7BEA8313A4}"/>
              </a:ext>
            </a:extLst>
          </p:cNvPr>
          <p:cNvSpPr txBox="1"/>
          <p:nvPr/>
        </p:nvSpPr>
        <p:spPr>
          <a:xfrm>
            <a:off x="3367517" y="4818656"/>
            <a:ext cx="62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3.0</a:t>
            </a:r>
            <a:endParaRPr lang="en-US" dirty="0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951BE19-54B3-A699-0221-B0166E687DF2}"/>
              </a:ext>
            </a:extLst>
          </p:cNvPr>
          <p:cNvCxnSpPr/>
          <p:nvPr/>
        </p:nvCxnSpPr>
        <p:spPr>
          <a:xfrm>
            <a:off x="2978217" y="5122753"/>
            <a:ext cx="1095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6EAC08CE-AFA1-D69E-E0A7-8781FA7B9480}"/>
              </a:ext>
            </a:extLst>
          </p:cNvPr>
          <p:cNvCxnSpPr>
            <a:cxnSpLocks/>
          </p:cNvCxnSpPr>
          <p:nvPr/>
        </p:nvCxnSpPr>
        <p:spPr>
          <a:xfrm rot="5400000">
            <a:off x="3913310" y="2490206"/>
            <a:ext cx="2855455" cy="2475471"/>
          </a:xfrm>
          <a:prstGeom prst="bentConnector3">
            <a:avLst>
              <a:gd name="adj1" fmla="val 9977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D0B45BDB-A982-ECCF-6BD1-871539C9FF2F}"/>
              </a:ext>
            </a:extLst>
          </p:cNvPr>
          <p:cNvSpPr txBox="1"/>
          <p:nvPr/>
        </p:nvSpPr>
        <p:spPr>
          <a:xfrm>
            <a:off x="3538145" y="4136366"/>
            <a:ext cx="109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ข้อมูลกำหนดการ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968962DD-E9AE-ADFE-36E1-24A4F65EFE8C}"/>
              </a:ext>
            </a:extLst>
          </p:cNvPr>
          <p:cNvSpPr/>
          <p:nvPr/>
        </p:nvSpPr>
        <p:spPr>
          <a:xfrm>
            <a:off x="3000721" y="6576682"/>
            <a:ext cx="1095470" cy="9958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จัดการแจ้งเตือน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CDE9B68-F652-CE75-AF38-CD48D918E643}"/>
              </a:ext>
            </a:extLst>
          </p:cNvPr>
          <p:cNvSpPr txBox="1"/>
          <p:nvPr/>
        </p:nvSpPr>
        <p:spPr>
          <a:xfrm>
            <a:off x="3344419" y="6532160"/>
            <a:ext cx="62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4.0</a:t>
            </a:r>
            <a:endParaRPr lang="en-US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CF37B08B-F986-9599-388C-920CE36C1190}"/>
              </a:ext>
            </a:extLst>
          </p:cNvPr>
          <p:cNvCxnSpPr/>
          <p:nvPr/>
        </p:nvCxnSpPr>
        <p:spPr>
          <a:xfrm>
            <a:off x="3001037" y="6839927"/>
            <a:ext cx="1095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5FAEBAD-FC82-CF39-30A5-4C8B901F9E7A}"/>
              </a:ext>
            </a:extLst>
          </p:cNvPr>
          <p:cNvCxnSpPr/>
          <p:nvPr/>
        </p:nvCxnSpPr>
        <p:spPr>
          <a:xfrm>
            <a:off x="6413232" y="2300211"/>
            <a:ext cx="1655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21E52D23-D9B6-82D6-3E66-34384E1DD5CF}"/>
              </a:ext>
            </a:extLst>
          </p:cNvPr>
          <p:cNvCxnSpPr>
            <a:cxnSpLocks/>
          </p:cNvCxnSpPr>
          <p:nvPr/>
        </p:nvCxnSpPr>
        <p:spPr>
          <a:xfrm rot="5400000">
            <a:off x="3171567" y="3165502"/>
            <a:ext cx="4616829" cy="2582707"/>
          </a:xfrm>
          <a:prstGeom prst="bentConnector3">
            <a:avLst>
              <a:gd name="adj1" fmla="val 9997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C063BB0-2A3B-D8AF-0886-B3E30D121ACE}"/>
              </a:ext>
            </a:extLst>
          </p:cNvPr>
          <p:cNvCxnSpPr>
            <a:cxnSpLocks/>
          </p:cNvCxnSpPr>
          <p:nvPr/>
        </p:nvCxnSpPr>
        <p:spPr>
          <a:xfrm>
            <a:off x="6527549" y="2135023"/>
            <a:ext cx="243781" cy="18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E8CCB224-A1B6-2C23-A45A-0931FDFCD7E7}"/>
              </a:ext>
            </a:extLst>
          </p:cNvPr>
          <p:cNvSpPr txBox="1"/>
          <p:nvPr/>
        </p:nvSpPr>
        <p:spPr>
          <a:xfrm>
            <a:off x="4952849" y="6445948"/>
            <a:ext cx="109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ข้อมูลผู้ใช้</a:t>
            </a:r>
            <a:endParaRPr lang="en-US" sz="1400" dirty="0"/>
          </a:p>
        </p:txBody>
      </p:sp>
      <p:graphicFrame>
        <p:nvGraphicFramePr>
          <p:cNvPr id="137" name="Table 19">
            <a:extLst>
              <a:ext uri="{FF2B5EF4-FFF2-40B4-BE49-F238E27FC236}">
                <a16:creationId xmlns:a16="http://schemas.microsoft.com/office/drawing/2014/main" id="{93855F91-2C16-E158-FF01-F73226FE6342}"/>
              </a:ext>
            </a:extLst>
          </p:cNvPr>
          <p:cNvGraphicFramePr>
            <a:graphicFrameLocks noGrp="1"/>
          </p:cNvGraphicFramePr>
          <p:nvPr/>
        </p:nvGraphicFramePr>
        <p:xfrm>
          <a:off x="5039117" y="7847382"/>
          <a:ext cx="1550591" cy="307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394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1165197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07776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ข้อมูลหำหนดการ</a:t>
                      </a:r>
                      <a:endParaRPr lang="en-US" sz="12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138" name="TextBox 137">
            <a:extLst>
              <a:ext uri="{FF2B5EF4-FFF2-40B4-BE49-F238E27FC236}">
                <a16:creationId xmlns:a16="http://schemas.microsoft.com/office/drawing/2014/main" id="{6C1744C6-27FF-17FC-D557-5C7C8BBD70E1}"/>
              </a:ext>
            </a:extLst>
          </p:cNvPr>
          <p:cNvSpPr txBox="1"/>
          <p:nvPr/>
        </p:nvSpPr>
        <p:spPr>
          <a:xfrm>
            <a:off x="5038250" y="7839232"/>
            <a:ext cx="378647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endParaRPr lang="en-US" sz="1400" dirty="0"/>
          </a:p>
        </p:txBody>
      </p: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3F7F2D73-35A7-C7FE-02FA-2ED4B58152BC}"/>
              </a:ext>
            </a:extLst>
          </p:cNvPr>
          <p:cNvCxnSpPr>
            <a:cxnSpLocks/>
          </p:cNvCxnSpPr>
          <p:nvPr/>
        </p:nvCxnSpPr>
        <p:spPr>
          <a:xfrm rot="10800000">
            <a:off x="3796319" y="7614634"/>
            <a:ext cx="1213612" cy="315372"/>
          </a:xfrm>
          <a:prstGeom prst="bentConnector3">
            <a:avLst>
              <a:gd name="adj1" fmla="val 10023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7ED779A8-B36E-B15B-BE57-8817EA2BFC3D}"/>
              </a:ext>
            </a:extLst>
          </p:cNvPr>
          <p:cNvSpPr txBox="1"/>
          <p:nvPr/>
        </p:nvSpPr>
        <p:spPr>
          <a:xfrm>
            <a:off x="3837865" y="7683260"/>
            <a:ext cx="1141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ข้อมูลกำหนดการ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F34C1C47-9A1E-1614-FA7A-A4FD8EA4A4B8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69324" y="3756612"/>
            <a:ext cx="4210590" cy="2496159"/>
          </a:xfrm>
          <a:prstGeom prst="bentConnector3">
            <a:avLst>
              <a:gd name="adj1" fmla="val 10031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246B7F0-3F27-AF46-F277-383EB59F7F23}"/>
              </a:ext>
            </a:extLst>
          </p:cNvPr>
          <p:cNvCxnSpPr>
            <a:cxnSpLocks/>
          </p:cNvCxnSpPr>
          <p:nvPr/>
        </p:nvCxnSpPr>
        <p:spPr>
          <a:xfrm>
            <a:off x="381729" y="2899396"/>
            <a:ext cx="1267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9C3EC7D-5AFA-E30B-A448-093EAAA978DB}"/>
              </a:ext>
            </a:extLst>
          </p:cNvPr>
          <p:cNvSpPr txBox="1"/>
          <p:nvPr/>
        </p:nvSpPr>
        <p:spPr>
          <a:xfrm>
            <a:off x="589700" y="6841160"/>
            <a:ext cx="17091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600" dirty="0"/>
              <a:t>ผลการแจ้งเตือนกำหนดการ</a:t>
            </a:r>
            <a:endParaRPr lang="en-US" sz="1600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016C061-C7F3-E57C-7FB0-0F30BBA531DD}"/>
              </a:ext>
            </a:extLst>
          </p:cNvPr>
          <p:cNvCxnSpPr>
            <a:cxnSpLocks/>
          </p:cNvCxnSpPr>
          <p:nvPr/>
        </p:nvCxnSpPr>
        <p:spPr>
          <a:xfrm rot="10800000">
            <a:off x="4181413" y="1736181"/>
            <a:ext cx="1537489" cy="194739"/>
          </a:xfrm>
          <a:prstGeom prst="bentConnector3">
            <a:avLst>
              <a:gd name="adj1" fmla="val 53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B870F1C-838A-6556-F4A0-E4A8F96D2ECA}"/>
              </a:ext>
            </a:extLst>
          </p:cNvPr>
          <p:cNvSpPr txBox="1"/>
          <p:nvPr/>
        </p:nvSpPr>
        <p:spPr>
          <a:xfrm>
            <a:off x="4647931" y="1470098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ข้อมูลผู้ใช้</a:t>
            </a:r>
            <a:endParaRPr lang="en-US" sz="1400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86E1C6A-B58F-F7A5-FD5F-DE192C2475BC}"/>
              </a:ext>
            </a:extLst>
          </p:cNvPr>
          <p:cNvCxnSpPr>
            <a:cxnSpLocks/>
          </p:cNvCxnSpPr>
          <p:nvPr/>
        </p:nvCxnSpPr>
        <p:spPr>
          <a:xfrm flipV="1">
            <a:off x="1129536" y="2056419"/>
            <a:ext cx="1814887" cy="501243"/>
          </a:xfrm>
          <a:prstGeom prst="bentConnector3">
            <a:avLst>
              <a:gd name="adj1" fmla="val 46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C75394A-3179-DD9D-128B-8BFAD988504A}"/>
              </a:ext>
            </a:extLst>
          </p:cNvPr>
          <p:cNvSpPr txBox="1"/>
          <p:nvPr/>
        </p:nvSpPr>
        <p:spPr>
          <a:xfrm>
            <a:off x="1749360" y="1802611"/>
            <a:ext cx="1329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คำร้องขอแก้ไขข้อมูล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64A1C65-AA5F-8AA7-969C-531D9627E11F}"/>
              </a:ext>
            </a:extLst>
          </p:cNvPr>
          <p:cNvCxnSpPr/>
          <p:nvPr/>
        </p:nvCxnSpPr>
        <p:spPr>
          <a:xfrm>
            <a:off x="4181411" y="2300211"/>
            <a:ext cx="9596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1F5BF38-2E55-B95F-ACAE-8555382C7F8C}"/>
              </a:ext>
            </a:extLst>
          </p:cNvPr>
          <p:cNvSpPr txBox="1"/>
          <p:nvPr/>
        </p:nvSpPr>
        <p:spPr>
          <a:xfrm>
            <a:off x="4139410" y="2071258"/>
            <a:ext cx="10954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3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ข้อมูลผู้ใช้ที่แก้ไข</a:t>
            </a:r>
            <a:endParaRPr lang="en-US" sz="1300" dirty="0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BFD2721-5608-70B8-9DC1-46BB7C9D5EAA}"/>
              </a:ext>
            </a:extLst>
          </p:cNvPr>
          <p:cNvCxnSpPr>
            <a:cxnSpLocks/>
          </p:cNvCxnSpPr>
          <p:nvPr/>
        </p:nvCxnSpPr>
        <p:spPr>
          <a:xfrm>
            <a:off x="566975" y="3208971"/>
            <a:ext cx="2380538" cy="1794351"/>
          </a:xfrm>
          <a:prstGeom prst="bentConnector3">
            <a:avLst>
              <a:gd name="adj1" fmla="val 10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0A9617C-E2EF-1118-F0C1-3F471870BFE2}"/>
              </a:ext>
            </a:extLst>
          </p:cNvPr>
          <p:cNvSpPr txBox="1"/>
          <p:nvPr/>
        </p:nvSpPr>
        <p:spPr>
          <a:xfrm>
            <a:off x="972233" y="4722409"/>
            <a:ext cx="151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ข้อมูลประเภทการแจ้งเตือน</a:t>
            </a:r>
            <a:endParaRPr lang="en-US" sz="1400" dirty="0"/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77ED1DD3-94E3-57E2-BE07-0BA0E0C57A9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36269" y="4388377"/>
            <a:ext cx="1274835" cy="387492"/>
          </a:xfrm>
          <a:prstGeom prst="bentConnector3">
            <a:avLst>
              <a:gd name="adj1" fmla="val 9971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230D164-093B-2EDB-0B3A-A0CB416D724D}"/>
              </a:ext>
            </a:extLst>
          </p:cNvPr>
          <p:cNvSpPr txBox="1"/>
          <p:nvPr/>
        </p:nvSpPr>
        <p:spPr>
          <a:xfrm>
            <a:off x="4816924" y="4896050"/>
            <a:ext cx="109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ข้อมูลผู้ใช้</a:t>
            </a:r>
            <a:endParaRPr lang="en-US" sz="1400" dirty="0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8E220843-CA43-974B-8FC2-8D2C488C5E8B}"/>
              </a:ext>
            </a:extLst>
          </p:cNvPr>
          <p:cNvCxnSpPr>
            <a:cxnSpLocks/>
          </p:cNvCxnSpPr>
          <p:nvPr/>
        </p:nvCxnSpPr>
        <p:spPr>
          <a:xfrm>
            <a:off x="871349" y="3216145"/>
            <a:ext cx="2123271" cy="621850"/>
          </a:xfrm>
          <a:prstGeom prst="bentConnector3">
            <a:avLst>
              <a:gd name="adj1" fmla="val 53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854528C-9840-C219-44EA-E74A4E7144EC}"/>
              </a:ext>
            </a:extLst>
          </p:cNvPr>
          <p:cNvSpPr txBox="1"/>
          <p:nvPr/>
        </p:nvSpPr>
        <p:spPr>
          <a:xfrm>
            <a:off x="1191802" y="3594872"/>
            <a:ext cx="2444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</a:t>
            </a:r>
            <a:r>
              <a:rPr lang="th-TH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ชนิดของกิจกรรม</a:t>
            </a:r>
            <a:endParaRPr lang="en-US" sz="1400" dirty="0"/>
          </a:p>
        </p:txBody>
      </p:sp>
      <p:graphicFrame>
        <p:nvGraphicFramePr>
          <p:cNvPr id="69" name="Table 19">
            <a:extLst>
              <a:ext uri="{FF2B5EF4-FFF2-40B4-BE49-F238E27FC236}">
                <a16:creationId xmlns:a16="http://schemas.microsoft.com/office/drawing/2014/main" id="{2C4CE6AE-6242-D7EA-3ABE-ECF7E8ABA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633133"/>
              </p:ext>
            </p:extLst>
          </p:nvPr>
        </p:nvGraphicFramePr>
        <p:xfrm>
          <a:off x="4942220" y="6045712"/>
          <a:ext cx="1696062" cy="3114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1550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1274512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11481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</a:t>
                      </a:r>
                      <a:r>
                        <a:rPr lang="th-TH" sz="1200" dirty="0">
                          <a:solidFill>
                            <a:srgbClr val="000000"/>
                          </a:solidFill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ประเภทการแจ้งเตือน</a:t>
                      </a:r>
                      <a:endParaRPr lang="en-US" sz="12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70" name="TextBox 69">
            <a:extLst>
              <a:ext uri="{FF2B5EF4-FFF2-40B4-BE49-F238E27FC236}">
                <a16:creationId xmlns:a16="http://schemas.microsoft.com/office/drawing/2014/main" id="{51D369CE-69D0-F76A-D928-99E1D0CCE90D}"/>
              </a:ext>
            </a:extLst>
          </p:cNvPr>
          <p:cNvSpPr txBox="1"/>
          <p:nvPr/>
        </p:nvSpPr>
        <p:spPr>
          <a:xfrm>
            <a:off x="4979192" y="6032541"/>
            <a:ext cx="327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endParaRPr lang="en-US" sz="1400" dirty="0"/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29B64D62-099E-530A-50E0-F71A9102E761}"/>
              </a:ext>
            </a:extLst>
          </p:cNvPr>
          <p:cNvCxnSpPr>
            <a:cxnSpLocks/>
          </p:cNvCxnSpPr>
          <p:nvPr/>
        </p:nvCxnSpPr>
        <p:spPr>
          <a:xfrm>
            <a:off x="4107480" y="5434293"/>
            <a:ext cx="1867807" cy="539002"/>
          </a:xfrm>
          <a:prstGeom prst="bentConnector3">
            <a:avLst>
              <a:gd name="adj1" fmla="val 9992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A730381-54C2-5AEB-A04F-273559358B16}"/>
              </a:ext>
            </a:extLst>
          </p:cNvPr>
          <p:cNvSpPr txBox="1"/>
          <p:nvPr/>
        </p:nvSpPr>
        <p:spPr>
          <a:xfrm>
            <a:off x="4358363" y="5172544"/>
            <a:ext cx="151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ข้อมูลประเภทการแจ้งเตือน</a:t>
            </a:r>
            <a:endParaRPr lang="en-US" sz="1400" dirty="0"/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0F9A1631-C84B-EA5C-64AC-E60971E7382A}"/>
              </a:ext>
            </a:extLst>
          </p:cNvPr>
          <p:cNvCxnSpPr>
            <a:cxnSpLocks/>
            <a:stCxn id="69" idx="1"/>
          </p:cNvCxnSpPr>
          <p:nvPr/>
        </p:nvCxnSpPr>
        <p:spPr>
          <a:xfrm rot="10800000" flipV="1">
            <a:off x="3536562" y="6201452"/>
            <a:ext cx="1405659" cy="279276"/>
          </a:xfrm>
          <a:prstGeom prst="bentConnector3">
            <a:avLst>
              <a:gd name="adj1" fmla="val 9959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A2DCA2B1-9CCC-365A-A0D9-7A346BA03A55}"/>
              </a:ext>
            </a:extLst>
          </p:cNvPr>
          <p:cNvSpPr txBox="1"/>
          <p:nvPr/>
        </p:nvSpPr>
        <p:spPr>
          <a:xfrm>
            <a:off x="3481185" y="5957481"/>
            <a:ext cx="151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ข้อมูลประเภทการแจ้งเตือน</a:t>
            </a:r>
            <a:endParaRPr lang="en-US" sz="1400" dirty="0"/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719F3B2-74BD-A1F8-01E6-1804F31AC646}"/>
              </a:ext>
            </a:extLst>
          </p:cNvPr>
          <p:cNvSpPr/>
          <p:nvPr/>
        </p:nvSpPr>
        <p:spPr>
          <a:xfrm>
            <a:off x="2999746" y="8336544"/>
            <a:ext cx="1141327" cy="9958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สถิติการแจ้งเตือน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484393F-3836-7012-6AB0-9EF9CF34F139}"/>
              </a:ext>
            </a:extLst>
          </p:cNvPr>
          <p:cNvSpPr txBox="1"/>
          <p:nvPr/>
        </p:nvSpPr>
        <p:spPr>
          <a:xfrm>
            <a:off x="3343129" y="8302747"/>
            <a:ext cx="62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5.0</a:t>
            </a:r>
            <a:endParaRPr lang="en-US" dirty="0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5055DA7-BD97-46BD-B6FB-9DDF4C183224}"/>
              </a:ext>
            </a:extLst>
          </p:cNvPr>
          <p:cNvCxnSpPr/>
          <p:nvPr/>
        </p:nvCxnSpPr>
        <p:spPr>
          <a:xfrm>
            <a:off x="2999747" y="8610514"/>
            <a:ext cx="1095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D7155ECE-BC41-EE57-F9CC-1B06B5B45B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96319" y="8128163"/>
            <a:ext cx="1212403" cy="154968"/>
          </a:xfrm>
          <a:prstGeom prst="bentConnector3">
            <a:avLst>
              <a:gd name="adj1" fmla="val 1000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06D907AA-6E00-E5F8-998E-1A1966CEE318}"/>
              </a:ext>
            </a:extLst>
          </p:cNvPr>
          <p:cNvSpPr txBox="1"/>
          <p:nvPr/>
        </p:nvSpPr>
        <p:spPr>
          <a:xfrm>
            <a:off x="3853607" y="7917634"/>
            <a:ext cx="1141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ข้อมูลกำหนดการ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186" name="Table 19">
            <a:extLst>
              <a:ext uri="{FF2B5EF4-FFF2-40B4-BE49-F238E27FC236}">
                <a16:creationId xmlns:a16="http://schemas.microsoft.com/office/drawing/2014/main" id="{67A1622E-2B5F-58EC-7F8C-5056BA6E3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814768"/>
              </p:ext>
            </p:extLst>
          </p:nvPr>
        </p:nvGraphicFramePr>
        <p:xfrm>
          <a:off x="5039117" y="8536399"/>
          <a:ext cx="1711899" cy="307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5487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1286412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07776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ผู้ใช้</a:t>
                      </a:r>
                      <a:endParaRPr lang="en-US" sz="12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187" name="TextBox 186">
            <a:extLst>
              <a:ext uri="{FF2B5EF4-FFF2-40B4-BE49-F238E27FC236}">
                <a16:creationId xmlns:a16="http://schemas.microsoft.com/office/drawing/2014/main" id="{2C10ED4F-EDEA-3058-EA17-943021EEE388}"/>
              </a:ext>
            </a:extLst>
          </p:cNvPr>
          <p:cNvSpPr txBox="1"/>
          <p:nvPr/>
        </p:nvSpPr>
        <p:spPr>
          <a:xfrm>
            <a:off x="5038250" y="8528249"/>
            <a:ext cx="448150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en-US" sz="1400" dirty="0"/>
          </a:p>
        </p:txBody>
      </p: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721EB745-4341-4F6D-A2A9-DB611B4E38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81412" y="8911323"/>
            <a:ext cx="1609065" cy="178355"/>
          </a:xfrm>
          <a:prstGeom prst="bentConnector3">
            <a:avLst>
              <a:gd name="adj1" fmla="val -7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92AC17C6-CE19-FFA1-4A4D-EAA2CD239B09}"/>
              </a:ext>
            </a:extLst>
          </p:cNvPr>
          <p:cNvSpPr txBox="1"/>
          <p:nvPr/>
        </p:nvSpPr>
        <p:spPr>
          <a:xfrm>
            <a:off x="4441563" y="8834484"/>
            <a:ext cx="109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ข้อมูลผู้ใช้</a:t>
            </a:r>
            <a:endParaRPr lang="en-US" sz="1400" dirty="0"/>
          </a:p>
        </p:txBody>
      </p:sp>
      <p:cxnSp>
        <p:nvCxnSpPr>
          <p:cNvPr id="196" name="Connector: Elbow 195">
            <a:extLst>
              <a:ext uri="{FF2B5EF4-FFF2-40B4-BE49-F238E27FC236}">
                <a16:creationId xmlns:a16="http://schemas.microsoft.com/office/drawing/2014/main" id="{EDA4F774-AA5E-942D-BE5F-FC2BB0B87BFB}"/>
              </a:ext>
            </a:extLst>
          </p:cNvPr>
          <p:cNvCxnSpPr>
            <a:cxnSpLocks/>
          </p:cNvCxnSpPr>
          <p:nvPr/>
        </p:nvCxnSpPr>
        <p:spPr>
          <a:xfrm rot="16200000" flipH="1">
            <a:off x="-1518978" y="4474642"/>
            <a:ext cx="6080688" cy="2687383"/>
          </a:xfrm>
          <a:prstGeom prst="bentConnector3">
            <a:avLst>
              <a:gd name="adj1" fmla="val 9987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ADF5E2A4-57BB-BC3E-4611-5CDD9FACAE68}"/>
              </a:ext>
            </a:extLst>
          </p:cNvPr>
          <p:cNvCxnSpPr/>
          <p:nvPr/>
        </p:nvCxnSpPr>
        <p:spPr>
          <a:xfrm>
            <a:off x="177674" y="2777989"/>
            <a:ext cx="2861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093EB479-0525-79CF-12CC-97DC3258BE8E}"/>
              </a:ext>
            </a:extLst>
          </p:cNvPr>
          <p:cNvSpPr txBox="1"/>
          <p:nvPr/>
        </p:nvSpPr>
        <p:spPr>
          <a:xfrm>
            <a:off x="320736" y="8576376"/>
            <a:ext cx="2387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400" dirty="0"/>
              <a:t>ผลการสรุป</a:t>
            </a:r>
            <a:r>
              <a:rPr lang="th-TH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ภาพรวมระยะเวลาที่ผู้ใช้ทำกิจกรรม</a:t>
            </a:r>
            <a:endParaRPr lang="en-US" sz="1400" dirty="0"/>
          </a:p>
        </p:txBody>
      </p:sp>
      <p:graphicFrame>
        <p:nvGraphicFramePr>
          <p:cNvPr id="14" name="Table 19">
            <a:extLst>
              <a:ext uri="{FF2B5EF4-FFF2-40B4-BE49-F238E27FC236}">
                <a16:creationId xmlns:a16="http://schemas.microsoft.com/office/drawing/2014/main" id="{132F6F99-51A0-4779-91B1-6058F9AF2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215304"/>
              </p:ext>
            </p:extLst>
          </p:nvPr>
        </p:nvGraphicFramePr>
        <p:xfrm>
          <a:off x="5125267" y="7087123"/>
          <a:ext cx="1611517" cy="3114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0537">
                  <a:extLst>
                    <a:ext uri="{9D8B030D-6E8A-4147-A177-3AD203B41FA5}">
                      <a16:colId xmlns:a16="http://schemas.microsoft.com/office/drawing/2014/main" val="3565651992"/>
                    </a:ext>
                  </a:extLst>
                </a:gridCol>
                <a:gridCol w="1210980">
                  <a:extLst>
                    <a:ext uri="{9D8B030D-6E8A-4147-A177-3AD203B41FA5}">
                      <a16:colId xmlns:a16="http://schemas.microsoft.com/office/drawing/2014/main" val="75975879"/>
                    </a:ext>
                  </a:extLst>
                </a:gridCol>
              </a:tblGrid>
              <a:tr h="311481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ข้อมูลแจ้งเตือน</a:t>
                      </a:r>
                      <a:endParaRPr lang="en-US" sz="12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504825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AA197DD-F4AB-03D2-9B12-3ADA59D4E666}"/>
              </a:ext>
            </a:extLst>
          </p:cNvPr>
          <p:cNvSpPr txBox="1"/>
          <p:nvPr/>
        </p:nvSpPr>
        <p:spPr>
          <a:xfrm>
            <a:off x="5162239" y="7073952"/>
            <a:ext cx="327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  <a:endParaRPr lang="en-US" sz="14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8B4DEDE-BF43-1321-B08D-A2A155F3600E}"/>
              </a:ext>
            </a:extLst>
          </p:cNvPr>
          <p:cNvCxnSpPr/>
          <p:nvPr/>
        </p:nvCxnSpPr>
        <p:spPr>
          <a:xfrm>
            <a:off x="4115625" y="7125231"/>
            <a:ext cx="9596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B2AA962-DAAA-607B-96EC-3245A30EB616}"/>
              </a:ext>
            </a:extLst>
          </p:cNvPr>
          <p:cNvCxnSpPr/>
          <p:nvPr/>
        </p:nvCxnSpPr>
        <p:spPr>
          <a:xfrm>
            <a:off x="4115625" y="7321918"/>
            <a:ext cx="9596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F983AB8-55B7-0154-4E89-1501BA45C18F}"/>
              </a:ext>
            </a:extLst>
          </p:cNvPr>
          <p:cNvSpPr txBox="1"/>
          <p:nvPr/>
        </p:nvSpPr>
        <p:spPr>
          <a:xfrm>
            <a:off x="4028520" y="6903658"/>
            <a:ext cx="1518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ข้อมูลเวลาที่จะแจ้งเตือน</a:t>
            </a:r>
            <a:endParaRPr lang="en-US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100761-831C-896A-C57E-EE80E71615E0}"/>
              </a:ext>
            </a:extLst>
          </p:cNvPr>
          <p:cNvSpPr txBox="1"/>
          <p:nvPr/>
        </p:nvSpPr>
        <p:spPr>
          <a:xfrm>
            <a:off x="4115625" y="7097355"/>
            <a:ext cx="1518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ข้อมูลรหัสสมาชิก</a:t>
            </a:r>
            <a:endParaRPr lang="en-US" sz="1200" dirty="0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94D87E4-6EE3-CE49-4138-6D35294AB141}"/>
              </a:ext>
            </a:extLst>
          </p:cNvPr>
          <p:cNvCxnSpPr/>
          <p:nvPr/>
        </p:nvCxnSpPr>
        <p:spPr>
          <a:xfrm rot="10800000" flipV="1">
            <a:off x="4095218" y="7469024"/>
            <a:ext cx="1765705" cy="92814"/>
          </a:xfrm>
          <a:prstGeom prst="bentConnector3">
            <a:avLst>
              <a:gd name="adj1" fmla="val 14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BE4541E-2524-CDC4-C660-88ECBA4CA92C}"/>
              </a:ext>
            </a:extLst>
          </p:cNvPr>
          <p:cNvSpPr txBox="1"/>
          <p:nvPr/>
        </p:nvSpPr>
        <p:spPr>
          <a:xfrm>
            <a:off x="4239391" y="7350951"/>
            <a:ext cx="1449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200" dirty="0"/>
              <a:t>ข้อมูลการแจ้งเตือนกำหนดการ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299264-7991-4B53-4D65-2666DD8C9C09}"/>
              </a:ext>
            </a:extLst>
          </p:cNvPr>
          <p:cNvSpPr txBox="1"/>
          <p:nvPr/>
        </p:nvSpPr>
        <p:spPr>
          <a:xfrm>
            <a:off x="1487639" y="2058698"/>
            <a:ext cx="1249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4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ข้อมูลการสมัครสมาชิก</a:t>
            </a:r>
            <a:endParaRPr lang="en-US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EB817E-3A00-B0D6-A173-3C681C722644}"/>
              </a:ext>
            </a:extLst>
          </p:cNvPr>
          <p:cNvSpPr/>
          <p:nvPr/>
        </p:nvSpPr>
        <p:spPr>
          <a:xfrm>
            <a:off x="531806" y="2603007"/>
            <a:ext cx="940382" cy="4607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17D0F4-9C3C-A802-8BCD-6EE9C6FC4338}"/>
              </a:ext>
            </a:extLst>
          </p:cNvPr>
          <p:cNvSpPr/>
          <p:nvPr/>
        </p:nvSpPr>
        <p:spPr>
          <a:xfrm>
            <a:off x="508477" y="2601534"/>
            <a:ext cx="914400" cy="4255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ผู้ใช้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92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383</TotalTime>
  <Words>510</Words>
  <Application>Microsoft Office PowerPoint</Application>
  <PresentationFormat>แบบจอกว้าง</PresentationFormat>
  <Paragraphs>154</Paragraphs>
  <Slides>4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TH SarabunPSK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Rinn</dc:creator>
  <cp:lastModifiedBy>Rinn sama</cp:lastModifiedBy>
  <cp:revision>25</cp:revision>
  <dcterms:created xsi:type="dcterms:W3CDTF">2023-03-12T19:16:57Z</dcterms:created>
  <dcterms:modified xsi:type="dcterms:W3CDTF">2023-09-07T02:31:57Z</dcterms:modified>
</cp:coreProperties>
</file>